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71" r:id="rId6"/>
    <p:sldId id="261" r:id="rId7"/>
    <p:sldId id="262" r:id="rId8"/>
    <p:sldId id="263" r:id="rId9"/>
    <p:sldId id="273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594" y="1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E7C62-7E29-403D-A89D-E0357F666A5F}" type="datetimeFigureOut">
              <a:rPr lang="es-CO" smtClean="0"/>
              <a:t>25/05/2026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E8AA9-CBB5-4B25-91F7-4536357332B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6499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E8AA9-CBB5-4B25-91F7-4536357332BE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7000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1167" y="252637"/>
            <a:ext cx="1312926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06790" y="2517808"/>
            <a:ext cx="10984865" cy="4692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31214" y="3519372"/>
              <a:ext cx="16225519" cy="3248025"/>
            </a:xfrm>
            <a:custGeom>
              <a:avLst/>
              <a:gdLst/>
              <a:ahLst/>
              <a:cxnLst/>
              <a:rect l="l" t="t" r="r" b="b"/>
              <a:pathLst>
                <a:path w="16225519" h="3248025">
                  <a:moveTo>
                    <a:pt x="451078" y="1045044"/>
                  </a:moveTo>
                  <a:lnTo>
                    <a:pt x="368249" y="962215"/>
                  </a:lnTo>
                  <a:lnTo>
                    <a:pt x="368249" y="1070051"/>
                  </a:lnTo>
                  <a:lnTo>
                    <a:pt x="451078" y="1152880"/>
                  </a:lnTo>
                  <a:lnTo>
                    <a:pt x="451078" y="1045044"/>
                  </a:lnTo>
                  <a:close/>
                </a:path>
                <a:path w="16225519" h="3248025">
                  <a:moveTo>
                    <a:pt x="451078" y="943800"/>
                  </a:moveTo>
                  <a:lnTo>
                    <a:pt x="368249" y="860971"/>
                  </a:lnTo>
                  <a:lnTo>
                    <a:pt x="368249" y="930541"/>
                  </a:lnTo>
                  <a:lnTo>
                    <a:pt x="451078" y="1013371"/>
                  </a:lnTo>
                  <a:lnTo>
                    <a:pt x="451078" y="943800"/>
                  </a:lnTo>
                  <a:close/>
                </a:path>
                <a:path w="16225519" h="3248025">
                  <a:moveTo>
                    <a:pt x="451078" y="842733"/>
                  </a:moveTo>
                  <a:lnTo>
                    <a:pt x="368249" y="759891"/>
                  </a:lnTo>
                  <a:lnTo>
                    <a:pt x="368249" y="829475"/>
                  </a:lnTo>
                  <a:lnTo>
                    <a:pt x="451078" y="912304"/>
                  </a:lnTo>
                  <a:lnTo>
                    <a:pt x="451078" y="842733"/>
                  </a:lnTo>
                  <a:close/>
                </a:path>
                <a:path w="16225519" h="3248025">
                  <a:moveTo>
                    <a:pt x="451078" y="703402"/>
                  </a:moveTo>
                  <a:lnTo>
                    <a:pt x="368249" y="620572"/>
                  </a:lnTo>
                  <a:lnTo>
                    <a:pt x="368249" y="728395"/>
                  </a:lnTo>
                  <a:lnTo>
                    <a:pt x="451078" y="811237"/>
                  </a:lnTo>
                  <a:lnTo>
                    <a:pt x="451078" y="703402"/>
                  </a:lnTo>
                  <a:close/>
                </a:path>
                <a:path w="16225519" h="3248025">
                  <a:moveTo>
                    <a:pt x="468337" y="1250746"/>
                  </a:moveTo>
                  <a:lnTo>
                    <a:pt x="454812" y="1237221"/>
                  </a:lnTo>
                  <a:lnTo>
                    <a:pt x="334352" y="1116761"/>
                  </a:lnTo>
                  <a:lnTo>
                    <a:pt x="334352" y="43776"/>
                  </a:lnTo>
                  <a:lnTo>
                    <a:pt x="340626" y="40652"/>
                  </a:lnTo>
                  <a:lnTo>
                    <a:pt x="345579" y="35801"/>
                  </a:lnTo>
                  <a:lnTo>
                    <a:pt x="348843" y="29603"/>
                  </a:lnTo>
                  <a:lnTo>
                    <a:pt x="350012" y="22415"/>
                  </a:lnTo>
                  <a:lnTo>
                    <a:pt x="348246" y="13703"/>
                  </a:lnTo>
                  <a:lnTo>
                    <a:pt x="343433" y="6565"/>
                  </a:lnTo>
                  <a:lnTo>
                    <a:pt x="336308" y="1765"/>
                  </a:lnTo>
                  <a:lnTo>
                    <a:pt x="334352" y="1371"/>
                  </a:lnTo>
                  <a:lnTo>
                    <a:pt x="327583" y="0"/>
                  </a:lnTo>
                  <a:lnTo>
                    <a:pt x="318871" y="1765"/>
                  </a:lnTo>
                  <a:lnTo>
                    <a:pt x="311746" y="6565"/>
                  </a:lnTo>
                  <a:lnTo>
                    <a:pt x="306933" y="13703"/>
                  </a:lnTo>
                  <a:lnTo>
                    <a:pt x="305168" y="22415"/>
                  </a:lnTo>
                  <a:lnTo>
                    <a:pt x="306336" y="29565"/>
                  </a:lnTo>
                  <a:lnTo>
                    <a:pt x="309600" y="35763"/>
                  </a:lnTo>
                  <a:lnTo>
                    <a:pt x="314553" y="40640"/>
                  </a:lnTo>
                  <a:lnTo>
                    <a:pt x="320827" y="43776"/>
                  </a:lnTo>
                  <a:lnTo>
                    <a:pt x="320827" y="1122451"/>
                  </a:lnTo>
                  <a:lnTo>
                    <a:pt x="454812" y="1256449"/>
                  </a:lnTo>
                  <a:lnTo>
                    <a:pt x="454812" y="2211984"/>
                  </a:lnTo>
                  <a:lnTo>
                    <a:pt x="259880" y="2324544"/>
                  </a:lnTo>
                  <a:lnTo>
                    <a:pt x="259880" y="2010841"/>
                  </a:lnTo>
                  <a:lnTo>
                    <a:pt x="337642" y="1965985"/>
                  </a:lnTo>
                  <a:lnTo>
                    <a:pt x="337642" y="1555826"/>
                  </a:lnTo>
                  <a:lnTo>
                    <a:pt x="323850" y="1542034"/>
                  </a:lnTo>
                  <a:lnTo>
                    <a:pt x="323850" y="1561439"/>
                  </a:lnTo>
                  <a:lnTo>
                    <a:pt x="323850" y="1958149"/>
                  </a:lnTo>
                  <a:lnTo>
                    <a:pt x="259880" y="1995131"/>
                  </a:lnTo>
                  <a:lnTo>
                    <a:pt x="259880" y="1497469"/>
                  </a:lnTo>
                  <a:lnTo>
                    <a:pt x="323850" y="1561439"/>
                  </a:lnTo>
                  <a:lnTo>
                    <a:pt x="323850" y="1542034"/>
                  </a:lnTo>
                  <a:lnTo>
                    <a:pt x="259880" y="1478064"/>
                  </a:lnTo>
                  <a:lnTo>
                    <a:pt x="259880" y="177"/>
                  </a:lnTo>
                  <a:lnTo>
                    <a:pt x="246265" y="177"/>
                  </a:lnTo>
                  <a:lnTo>
                    <a:pt x="246265" y="1464462"/>
                  </a:lnTo>
                  <a:lnTo>
                    <a:pt x="246265" y="1483855"/>
                  </a:lnTo>
                  <a:lnTo>
                    <a:pt x="246265" y="2002904"/>
                  </a:lnTo>
                  <a:lnTo>
                    <a:pt x="92532" y="2091613"/>
                  </a:lnTo>
                  <a:lnTo>
                    <a:pt x="92532" y="1330109"/>
                  </a:lnTo>
                  <a:lnTo>
                    <a:pt x="246265" y="1483855"/>
                  </a:lnTo>
                  <a:lnTo>
                    <a:pt x="246265" y="1464462"/>
                  </a:lnTo>
                  <a:lnTo>
                    <a:pt x="92532" y="1310716"/>
                  </a:lnTo>
                  <a:lnTo>
                    <a:pt x="92532" y="260502"/>
                  </a:lnTo>
                  <a:lnTo>
                    <a:pt x="79095" y="260502"/>
                  </a:lnTo>
                  <a:lnTo>
                    <a:pt x="79095" y="1297190"/>
                  </a:lnTo>
                  <a:lnTo>
                    <a:pt x="29184" y="1247279"/>
                  </a:lnTo>
                  <a:lnTo>
                    <a:pt x="29184" y="73761"/>
                  </a:lnTo>
                  <a:lnTo>
                    <a:pt x="35458" y="70637"/>
                  </a:lnTo>
                  <a:lnTo>
                    <a:pt x="40411" y="65786"/>
                  </a:lnTo>
                  <a:lnTo>
                    <a:pt x="43675" y="59575"/>
                  </a:lnTo>
                  <a:lnTo>
                    <a:pt x="44843" y="52400"/>
                  </a:lnTo>
                  <a:lnTo>
                    <a:pt x="43078" y="43688"/>
                  </a:lnTo>
                  <a:lnTo>
                    <a:pt x="38265" y="36550"/>
                  </a:lnTo>
                  <a:lnTo>
                    <a:pt x="31140" y="31750"/>
                  </a:lnTo>
                  <a:lnTo>
                    <a:pt x="30695" y="31661"/>
                  </a:lnTo>
                  <a:lnTo>
                    <a:pt x="29184" y="31356"/>
                  </a:lnTo>
                  <a:lnTo>
                    <a:pt x="0" y="52400"/>
                  </a:lnTo>
                  <a:lnTo>
                    <a:pt x="1168" y="59537"/>
                  </a:lnTo>
                  <a:lnTo>
                    <a:pt x="4419" y="65747"/>
                  </a:lnTo>
                  <a:lnTo>
                    <a:pt x="9385" y="70624"/>
                  </a:lnTo>
                  <a:lnTo>
                    <a:pt x="15659" y="73761"/>
                  </a:lnTo>
                  <a:lnTo>
                    <a:pt x="15659" y="1253058"/>
                  </a:lnTo>
                  <a:lnTo>
                    <a:pt x="79095" y="1316494"/>
                  </a:lnTo>
                  <a:lnTo>
                    <a:pt x="79095" y="2099665"/>
                  </a:lnTo>
                  <a:lnTo>
                    <a:pt x="30695" y="2127554"/>
                  </a:lnTo>
                  <a:lnTo>
                    <a:pt x="30695" y="3085503"/>
                  </a:lnTo>
                  <a:lnTo>
                    <a:pt x="44310" y="3085503"/>
                  </a:lnTo>
                  <a:lnTo>
                    <a:pt x="44310" y="2135378"/>
                  </a:lnTo>
                  <a:lnTo>
                    <a:pt x="79095" y="2115274"/>
                  </a:lnTo>
                  <a:lnTo>
                    <a:pt x="79095" y="3203651"/>
                  </a:lnTo>
                  <a:lnTo>
                    <a:pt x="72821" y="3206775"/>
                  </a:lnTo>
                  <a:lnTo>
                    <a:pt x="67856" y="3211626"/>
                  </a:lnTo>
                  <a:lnTo>
                    <a:pt x="64604" y="3217824"/>
                  </a:lnTo>
                  <a:lnTo>
                    <a:pt x="63436" y="3225012"/>
                  </a:lnTo>
                  <a:lnTo>
                    <a:pt x="65201" y="3233724"/>
                  </a:lnTo>
                  <a:lnTo>
                    <a:pt x="70002" y="3240862"/>
                  </a:lnTo>
                  <a:lnTo>
                    <a:pt x="77139" y="3245662"/>
                  </a:lnTo>
                  <a:lnTo>
                    <a:pt x="85852" y="3247428"/>
                  </a:lnTo>
                  <a:lnTo>
                    <a:pt x="94576" y="3245662"/>
                  </a:lnTo>
                  <a:lnTo>
                    <a:pt x="101701" y="3240862"/>
                  </a:lnTo>
                  <a:lnTo>
                    <a:pt x="106514" y="3233724"/>
                  </a:lnTo>
                  <a:lnTo>
                    <a:pt x="108280" y="3225012"/>
                  </a:lnTo>
                  <a:lnTo>
                    <a:pt x="107111" y="3217862"/>
                  </a:lnTo>
                  <a:lnTo>
                    <a:pt x="103847" y="3211665"/>
                  </a:lnTo>
                  <a:lnTo>
                    <a:pt x="98894" y="3206788"/>
                  </a:lnTo>
                  <a:lnTo>
                    <a:pt x="92532" y="3203613"/>
                  </a:lnTo>
                  <a:lnTo>
                    <a:pt x="92532" y="2107501"/>
                  </a:lnTo>
                  <a:lnTo>
                    <a:pt x="246265" y="2018703"/>
                  </a:lnTo>
                  <a:lnTo>
                    <a:pt x="246265" y="2332418"/>
                  </a:lnTo>
                  <a:lnTo>
                    <a:pt x="201701" y="2358161"/>
                  </a:lnTo>
                  <a:lnTo>
                    <a:pt x="201701" y="3046438"/>
                  </a:lnTo>
                  <a:lnTo>
                    <a:pt x="215392" y="3046438"/>
                  </a:lnTo>
                  <a:lnTo>
                    <a:pt x="215392" y="2365997"/>
                  </a:lnTo>
                  <a:lnTo>
                    <a:pt x="246265" y="2348166"/>
                  </a:lnTo>
                  <a:lnTo>
                    <a:pt x="246265" y="3077184"/>
                  </a:lnTo>
                  <a:lnTo>
                    <a:pt x="240080" y="3080258"/>
                  </a:lnTo>
                  <a:lnTo>
                    <a:pt x="235127" y="3085109"/>
                  </a:lnTo>
                  <a:lnTo>
                    <a:pt x="231876" y="3091319"/>
                  </a:lnTo>
                  <a:lnTo>
                    <a:pt x="230695" y="3098495"/>
                  </a:lnTo>
                  <a:lnTo>
                    <a:pt x="232460" y="3107207"/>
                  </a:lnTo>
                  <a:lnTo>
                    <a:pt x="237274" y="3114344"/>
                  </a:lnTo>
                  <a:lnTo>
                    <a:pt x="244398" y="3119145"/>
                  </a:lnTo>
                  <a:lnTo>
                    <a:pt x="253123" y="3120910"/>
                  </a:lnTo>
                  <a:lnTo>
                    <a:pt x="261835" y="3119145"/>
                  </a:lnTo>
                  <a:lnTo>
                    <a:pt x="268973" y="3114344"/>
                  </a:lnTo>
                  <a:lnTo>
                    <a:pt x="273773" y="3107207"/>
                  </a:lnTo>
                  <a:lnTo>
                    <a:pt x="275539" y="3098495"/>
                  </a:lnTo>
                  <a:lnTo>
                    <a:pt x="274370" y="3091357"/>
                  </a:lnTo>
                  <a:lnTo>
                    <a:pt x="271119" y="3085147"/>
                  </a:lnTo>
                  <a:lnTo>
                    <a:pt x="266153" y="3080270"/>
                  </a:lnTo>
                  <a:lnTo>
                    <a:pt x="259880" y="3077133"/>
                  </a:lnTo>
                  <a:lnTo>
                    <a:pt x="259880" y="2340279"/>
                  </a:lnTo>
                  <a:lnTo>
                    <a:pt x="468337" y="2219909"/>
                  </a:lnTo>
                  <a:lnTo>
                    <a:pt x="468337" y="1250746"/>
                  </a:lnTo>
                  <a:close/>
                </a:path>
                <a:path w="16225519" h="3248025">
                  <a:moveTo>
                    <a:pt x="15857258" y="962215"/>
                  </a:moveTo>
                  <a:lnTo>
                    <a:pt x="15774429" y="1045044"/>
                  </a:lnTo>
                  <a:lnTo>
                    <a:pt x="15774429" y="1152880"/>
                  </a:lnTo>
                  <a:lnTo>
                    <a:pt x="15857258" y="1070051"/>
                  </a:lnTo>
                  <a:lnTo>
                    <a:pt x="15857258" y="962215"/>
                  </a:lnTo>
                  <a:close/>
                </a:path>
                <a:path w="16225519" h="3248025">
                  <a:moveTo>
                    <a:pt x="15857258" y="860971"/>
                  </a:moveTo>
                  <a:lnTo>
                    <a:pt x="15774429" y="943800"/>
                  </a:lnTo>
                  <a:lnTo>
                    <a:pt x="15774429" y="1013371"/>
                  </a:lnTo>
                  <a:lnTo>
                    <a:pt x="15857258" y="930541"/>
                  </a:lnTo>
                  <a:lnTo>
                    <a:pt x="15857258" y="860971"/>
                  </a:lnTo>
                  <a:close/>
                </a:path>
                <a:path w="16225519" h="3248025">
                  <a:moveTo>
                    <a:pt x="15857258" y="759891"/>
                  </a:moveTo>
                  <a:lnTo>
                    <a:pt x="15774429" y="842733"/>
                  </a:lnTo>
                  <a:lnTo>
                    <a:pt x="15774429" y="912304"/>
                  </a:lnTo>
                  <a:lnTo>
                    <a:pt x="15857258" y="829475"/>
                  </a:lnTo>
                  <a:lnTo>
                    <a:pt x="15857258" y="759891"/>
                  </a:lnTo>
                  <a:close/>
                </a:path>
                <a:path w="16225519" h="3248025">
                  <a:moveTo>
                    <a:pt x="15857258" y="620572"/>
                  </a:moveTo>
                  <a:lnTo>
                    <a:pt x="15774429" y="703402"/>
                  </a:lnTo>
                  <a:lnTo>
                    <a:pt x="15774429" y="811237"/>
                  </a:lnTo>
                  <a:lnTo>
                    <a:pt x="15857258" y="728395"/>
                  </a:lnTo>
                  <a:lnTo>
                    <a:pt x="15857258" y="620572"/>
                  </a:lnTo>
                  <a:close/>
                </a:path>
                <a:path w="16225519" h="3248025">
                  <a:moveTo>
                    <a:pt x="16225508" y="52400"/>
                  </a:moveTo>
                  <a:lnTo>
                    <a:pt x="16223742" y="43688"/>
                  </a:lnTo>
                  <a:lnTo>
                    <a:pt x="16218942" y="36550"/>
                  </a:lnTo>
                  <a:lnTo>
                    <a:pt x="16211817" y="31750"/>
                  </a:lnTo>
                  <a:lnTo>
                    <a:pt x="16203092" y="29984"/>
                  </a:lnTo>
                  <a:lnTo>
                    <a:pt x="16196323" y="31356"/>
                  </a:lnTo>
                  <a:lnTo>
                    <a:pt x="16194812" y="31661"/>
                  </a:lnTo>
                  <a:lnTo>
                    <a:pt x="16194367" y="31750"/>
                  </a:lnTo>
                  <a:lnTo>
                    <a:pt x="16187242" y="36550"/>
                  </a:lnTo>
                  <a:lnTo>
                    <a:pt x="16182429" y="43688"/>
                  </a:lnTo>
                  <a:lnTo>
                    <a:pt x="16180664" y="52400"/>
                  </a:lnTo>
                  <a:lnTo>
                    <a:pt x="16181845" y="59575"/>
                  </a:lnTo>
                  <a:lnTo>
                    <a:pt x="16185096" y="65786"/>
                  </a:lnTo>
                  <a:lnTo>
                    <a:pt x="16190049" y="70637"/>
                  </a:lnTo>
                  <a:lnTo>
                    <a:pt x="16196323" y="73761"/>
                  </a:lnTo>
                  <a:lnTo>
                    <a:pt x="16196323" y="1247279"/>
                  </a:lnTo>
                  <a:lnTo>
                    <a:pt x="16146412" y="1297190"/>
                  </a:lnTo>
                  <a:lnTo>
                    <a:pt x="16146412" y="260502"/>
                  </a:lnTo>
                  <a:lnTo>
                    <a:pt x="16132988" y="260502"/>
                  </a:lnTo>
                  <a:lnTo>
                    <a:pt x="16132988" y="1310716"/>
                  </a:lnTo>
                  <a:lnTo>
                    <a:pt x="16132988" y="1330109"/>
                  </a:lnTo>
                  <a:lnTo>
                    <a:pt x="16132988" y="2091613"/>
                  </a:lnTo>
                  <a:lnTo>
                    <a:pt x="15979242" y="2002904"/>
                  </a:lnTo>
                  <a:lnTo>
                    <a:pt x="15979242" y="1483855"/>
                  </a:lnTo>
                  <a:lnTo>
                    <a:pt x="16132988" y="1330109"/>
                  </a:lnTo>
                  <a:lnTo>
                    <a:pt x="16132988" y="1310716"/>
                  </a:lnTo>
                  <a:lnTo>
                    <a:pt x="15979242" y="1464462"/>
                  </a:lnTo>
                  <a:lnTo>
                    <a:pt x="15979242" y="177"/>
                  </a:lnTo>
                  <a:lnTo>
                    <a:pt x="15965627" y="177"/>
                  </a:lnTo>
                  <a:lnTo>
                    <a:pt x="15965627" y="1478064"/>
                  </a:lnTo>
                  <a:lnTo>
                    <a:pt x="15965627" y="1497469"/>
                  </a:lnTo>
                  <a:lnTo>
                    <a:pt x="15965627" y="1995131"/>
                  </a:lnTo>
                  <a:lnTo>
                    <a:pt x="15901658" y="1958149"/>
                  </a:lnTo>
                  <a:lnTo>
                    <a:pt x="15901658" y="1561439"/>
                  </a:lnTo>
                  <a:lnTo>
                    <a:pt x="15965627" y="1497469"/>
                  </a:lnTo>
                  <a:lnTo>
                    <a:pt x="15965627" y="1478064"/>
                  </a:lnTo>
                  <a:lnTo>
                    <a:pt x="15901658" y="1542034"/>
                  </a:lnTo>
                  <a:lnTo>
                    <a:pt x="15887865" y="1555826"/>
                  </a:lnTo>
                  <a:lnTo>
                    <a:pt x="15887865" y="1965985"/>
                  </a:lnTo>
                  <a:lnTo>
                    <a:pt x="15965627" y="2010841"/>
                  </a:lnTo>
                  <a:lnTo>
                    <a:pt x="15965627" y="2324544"/>
                  </a:lnTo>
                  <a:lnTo>
                    <a:pt x="15770695" y="2211984"/>
                  </a:lnTo>
                  <a:lnTo>
                    <a:pt x="15770695" y="1256449"/>
                  </a:lnTo>
                  <a:lnTo>
                    <a:pt x="15904680" y="1122451"/>
                  </a:lnTo>
                  <a:lnTo>
                    <a:pt x="15904680" y="43776"/>
                  </a:lnTo>
                  <a:lnTo>
                    <a:pt x="15910954" y="40640"/>
                  </a:lnTo>
                  <a:lnTo>
                    <a:pt x="15915920" y="35763"/>
                  </a:lnTo>
                  <a:lnTo>
                    <a:pt x="15919171" y="29565"/>
                  </a:lnTo>
                  <a:lnTo>
                    <a:pt x="15920339" y="22415"/>
                  </a:lnTo>
                  <a:lnTo>
                    <a:pt x="15918574" y="13703"/>
                  </a:lnTo>
                  <a:lnTo>
                    <a:pt x="15913773" y="6565"/>
                  </a:lnTo>
                  <a:lnTo>
                    <a:pt x="15906636" y="1765"/>
                  </a:lnTo>
                  <a:lnTo>
                    <a:pt x="15897924" y="0"/>
                  </a:lnTo>
                  <a:lnTo>
                    <a:pt x="15891155" y="1371"/>
                  </a:lnTo>
                  <a:lnTo>
                    <a:pt x="15889199" y="1765"/>
                  </a:lnTo>
                  <a:lnTo>
                    <a:pt x="15882074" y="6565"/>
                  </a:lnTo>
                  <a:lnTo>
                    <a:pt x="15877261" y="13703"/>
                  </a:lnTo>
                  <a:lnTo>
                    <a:pt x="15875496" y="22415"/>
                  </a:lnTo>
                  <a:lnTo>
                    <a:pt x="15876677" y="29591"/>
                  </a:lnTo>
                  <a:lnTo>
                    <a:pt x="15879928" y="35801"/>
                  </a:lnTo>
                  <a:lnTo>
                    <a:pt x="15884881" y="40652"/>
                  </a:lnTo>
                  <a:lnTo>
                    <a:pt x="15891155" y="43776"/>
                  </a:lnTo>
                  <a:lnTo>
                    <a:pt x="15891155" y="1116761"/>
                  </a:lnTo>
                  <a:lnTo>
                    <a:pt x="15770695" y="1237221"/>
                  </a:lnTo>
                  <a:lnTo>
                    <a:pt x="15757170" y="1250746"/>
                  </a:lnTo>
                  <a:lnTo>
                    <a:pt x="15757170" y="2219909"/>
                  </a:lnTo>
                  <a:lnTo>
                    <a:pt x="15965627" y="2340279"/>
                  </a:lnTo>
                  <a:lnTo>
                    <a:pt x="15965627" y="3077133"/>
                  </a:lnTo>
                  <a:lnTo>
                    <a:pt x="15959354" y="3080270"/>
                  </a:lnTo>
                  <a:lnTo>
                    <a:pt x="15954401" y="3085147"/>
                  </a:lnTo>
                  <a:lnTo>
                    <a:pt x="15951137" y="3091357"/>
                  </a:lnTo>
                  <a:lnTo>
                    <a:pt x="15949968" y="3098495"/>
                  </a:lnTo>
                  <a:lnTo>
                    <a:pt x="15951734" y="3107207"/>
                  </a:lnTo>
                  <a:lnTo>
                    <a:pt x="15956547" y="3114344"/>
                  </a:lnTo>
                  <a:lnTo>
                    <a:pt x="15963672" y="3119145"/>
                  </a:lnTo>
                  <a:lnTo>
                    <a:pt x="15972384" y="3120910"/>
                  </a:lnTo>
                  <a:lnTo>
                    <a:pt x="15981109" y="3119145"/>
                  </a:lnTo>
                  <a:lnTo>
                    <a:pt x="15988233" y="3114344"/>
                  </a:lnTo>
                  <a:lnTo>
                    <a:pt x="15993047" y="3107207"/>
                  </a:lnTo>
                  <a:lnTo>
                    <a:pt x="15994812" y="3098495"/>
                  </a:lnTo>
                  <a:lnTo>
                    <a:pt x="15993644" y="3091319"/>
                  </a:lnTo>
                  <a:lnTo>
                    <a:pt x="15990380" y="3085109"/>
                  </a:lnTo>
                  <a:lnTo>
                    <a:pt x="15985427" y="3080258"/>
                  </a:lnTo>
                  <a:lnTo>
                    <a:pt x="15979242" y="3077184"/>
                  </a:lnTo>
                  <a:lnTo>
                    <a:pt x="15979242" y="2348166"/>
                  </a:lnTo>
                  <a:lnTo>
                    <a:pt x="16010116" y="2365997"/>
                  </a:lnTo>
                  <a:lnTo>
                    <a:pt x="16010116" y="3046438"/>
                  </a:lnTo>
                  <a:lnTo>
                    <a:pt x="16023819" y="3046438"/>
                  </a:lnTo>
                  <a:lnTo>
                    <a:pt x="16023819" y="2358161"/>
                  </a:lnTo>
                  <a:lnTo>
                    <a:pt x="15979242" y="2332418"/>
                  </a:lnTo>
                  <a:lnTo>
                    <a:pt x="15979242" y="2018703"/>
                  </a:lnTo>
                  <a:lnTo>
                    <a:pt x="16132988" y="2107501"/>
                  </a:lnTo>
                  <a:lnTo>
                    <a:pt x="16132988" y="3203613"/>
                  </a:lnTo>
                  <a:lnTo>
                    <a:pt x="16126613" y="3206788"/>
                  </a:lnTo>
                  <a:lnTo>
                    <a:pt x="16121660" y="3211665"/>
                  </a:lnTo>
                  <a:lnTo>
                    <a:pt x="16118408" y="3217862"/>
                  </a:lnTo>
                  <a:lnTo>
                    <a:pt x="16117240" y="3225012"/>
                  </a:lnTo>
                  <a:lnTo>
                    <a:pt x="16118993" y="3233724"/>
                  </a:lnTo>
                  <a:lnTo>
                    <a:pt x="16123806" y="3240849"/>
                  </a:lnTo>
                  <a:lnTo>
                    <a:pt x="16130931" y="3245662"/>
                  </a:lnTo>
                  <a:lnTo>
                    <a:pt x="16139656" y="3247428"/>
                  </a:lnTo>
                  <a:lnTo>
                    <a:pt x="16148380" y="3245662"/>
                  </a:lnTo>
                  <a:lnTo>
                    <a:pt x="16155505" y="3240849"/>
                  </a:lnTo>
                  <a:lnTo>
                    <a:pt x="16160306" y="3233724"/>
                  </a:lnTo>
                  <a:lnTo>
                    <a:pt x="16162071" y="3225012"/>
                  </a:lnTo>
                  <a:lnTo>
                    <a:pt x="16160903" y="3217824"/>
                  </a:lnTo>
                  <a:lnTo>
                    <a:pt x="16157651" y="3211626"/>
                  </a:lnTo>
                  <a:lnTo>
                    <a:pt x="16152686" y="3206775"/>
                  </a:lnTo>
                  <a:lnTo>
                    <a:pt x="16146412" y="3203651"/>
                  </a:lnTo>
                  <a:lnTo>
                    <a:pt x="16146412" y="2115274"/>
                  </a:lnTo>
                  <a:lnTo>
                    <a:pt x="16181210" y="2135378"/>
                  </a:lnTo>
                  <a:lnTo>
                    <a:pt x="16181210" y="3085503"/>
                  </a:lnTo>
                  <a:lnTo>
                    <a:pt x="16194812" y="3085503"/>
                  </a:lnTo>
                  <a:lnTo>
                    <a:pt x="16194812" y="2127554"/>
                  </a:lnTo>
                  <a:lnTo>
                    <a:pt x="16146412" y="2099665"/>
                  </a:lnTo>
                  <a:lnTo>
                    <a:pt x="16146412" y="1316494"/>
                  </a:lnTo>
                  <a:lnTo>
                    <a:pt x="16209848" y="1253058"/>
                  </a:lnTo>
                  <a:lnTo>
                    <a:pt x="16209848" y="73761"/>
                  </a:lnTo>
                  <a:lnTo>
                    <a:pt x="16216122" y="70624"/>
                  </a:lnTo>
                  <a:lnTo>
                    <a:pt x="16221088" y="65747"/>
                  </a:lnTo>
                  <a:lnTo>
                    <a:pt x="16224339" y="59537"/>
                  </a:lnTo>
                  <a:lnTo>
                    <a:pt x="16225508" y="52400"/>
                  </a:lnTo>
                  <a:close/>
                </a:path>
              </a:pathLst>
            </a:custGeom>
            <a:solidFill>
              <a:srgbClr val="37B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8687" y="1028712"/>
              <a:ext cx="16230600" cy="8226425"/>
            </a:xfrm>
            <a:custGeom>
              <a:avLst/>
              <a:gdLst/>
              <a:ahLst/>
              <a:cxnLst/>
              <a:rect l="l" t="t" r="r" b="b"/>
              <a:pathLst>
                <a:path w="16230600" h="8226425">
                  <a:moveTo>
                    <a:pt x="262966" y="8135696"/>
                  </a:moveTo>
                  <a:lnTo>
                    <a:pt x="80695" y="8135696"/>
                  </a:lnTo>
                  <a:lnTo>
                    <a:pt x="80695" y="8025206"/>
                  </a:lnTo>
                  <a:lnTo>
                    <a:pt x="177" y="8025206"/>
                  </a:lnTo>
                  <a:lnTo>
                    <a:pt x="177" y="8135696"/>
                  </a:lnTo>
                  <a:lnTo>
                    <a:pt x="177" y="8225866"/>
                  </a:lnTo>
                  <a:lnTo>
                    <a:pt x="262966" y="8225866"/>
                  </a:lnTo>
                  <a:lnTo>
                    <a:pt x="262966" y="8135696"/>
                  </a:lnTo>
                  <a:close/>
                </a:path>
                <a:path w="16230600" h="8226425">
                  <a:moveTo>
                    <a:pt x="1333500" y="38"/>
                  </a:moveTo>
                  <a:lnTo>
                    <a:pt x="934554" y="0"/>
                  </a:lnTo>
                  <a:lnTo>
                    <a:pt x="934554" y="377444"/>
                  </a:lnTo>
                  <a:lnTo>
                    <a:pt x="557149" y="377444"/>
                  </a:lnTo>
                  <a:lnTo>
                    <a:pt x="557149" y="755116"/>
                  </a:lnTo>
                  <a:lnTo>
                    <a:pt x="179743" y="755116"/>
                  </a:lnTo>
                  <a:lnTo>
                    <a:pt x="179743" y="1057084"/>
                  </a:lnTo>
                  <a:lnTo>
                    <a:pt x="36652" y="903287"/>
                  </a:lnTo>
                  <a:lnTo>
                    <a:pt x="0" y="937526"/>
                  </a:lnTo>
                  <a:lnTo>
                    <a:pt x="204622" y="1157389"/>
                  </a:lnTo>
                  <a:lnTo>
                    <a:pt x="409511" y="937260"/>
                  </a:lnTo>
                  <a:lnTo>
                    <a:pt x="372859" y="903020"/>
                  </a:lnTo>
                  <a:lnTo>
                    <a:pt x="229768" y="1057084"/>
                  </a:lnTo>
                  <a:lnTo>
                    <a:pt x="229768" y="805129"/>
                  </a:lnTo>
                  <a:lnTo>
                    <a:pt x="607441" y="805129"/>
                  </a:lnTo>
                  <a:lnTo>
                    <a:pt x="607441" y="427456"/>
                  </a:lnTo>
                  <a:lnTo>
                    <a:pt x="984846" y="427456"/>
                  </a:lnTo>
                  <a:lnTo>
                    <a:pt x="984846" y="50050"/>
                  </a:lnTo>
                  <a:lnTo>
                    <a:pt x="1333500" y="50050"/>
                  </a:lnTo>
                  <a:lnTo>
                    <a:pt x="1333500" y="38"/>
                  </a:lnTo>
                  <a:close/>
                </a:path>
                <a:path w="16230600" h="8226425">
                  <a:moveTo>
                    <a:pt x="16230295" y="8025206"/>
                  </a:moveTo>
                  <a:lnTo>
                    <a:pt x="16149777" y="8025206"/>
                  </a:lnTo>
                  <a:lnTo>
                    <a:pt x="16149777" y="8135696"/>
                  </a:lnTo>
                  <a:lnTo>
                    <a:pt x="15967507" y="8135696"/>
                  </a:lnTo>
                  <a:lnTo>
                    <a:pt x="15967507" y="8224596"/>
                  </a:lnTo>
                  <a:lnTo>
                    <a:pt x="15967507" y="8225866"/>
                  </a:lnTo>
                  <a:lnTo>
                    <a:pt x="16230295" y="8225866"/>
                  </a:lnTo>
                  <a:lnTo>
                    <a:pt x="16230295" y="8224596"/>
                  </a:lnTo>
                  <a:lnTo>
                    <a:pt x="16230295" y="8135696"/>
                  </a:lnTo>
                  <a:lnTo>
                    <a:pt x="16230295" y="80252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4278" y="331584"/>
              <a:ext cx="14246351" cy="325831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925784" y="1048018"/>
              <a:ext cx="1329690" cy="1157605"/>
            </a:xfrm>
            <a:custGeom>
              <a:avLst/>
              <a:gdLst/>
              <a:ahLst/>
              <a:cxnLst/>
              <a:rect l="l" t="t" r="r" b="b"/>
              <a:pathLst>
                <a:path w="1329690" h="1157605">
                  <a:moveTo>
                    <a:pt x="1103739" y="1057095"/>
                  </a:moveTo>
                  <a:lnTo>
                    <a:pt x="1153757" y="1057095"/>
                  </a:lnTo>
                  <a:lnTo>
                    <a:pt x="1153757" y="755117"/>
                  </a:lnTo>
                  <a:lnTo>
                    <a:pt x="776351" y="755117"/>
                  </a:lnTo>
                  <a:lnTo>
                    <a:pt x="776351" y="377443"/>
                  </a:lnTo>
                  <a:lnTo>
                    <a:pt x="398946" y="377443"/>
                  </a:lnTo>
                  <a:lnTo>
                    <a:pt x="398946" y="0"/>
                  </a:lnTo>
                  <a:lnTo>
                    <a:pt x="0" y="0"/>
                  </a:lnTo>
                  <a:lnTo>
                    <a:pt x="0" y="50055"/>
                  </a:lnTo>
                  <a:lnTo>
                    <a:pt x="348661" y="50055"/>
                  </a:lnTo>
                  <a:lnTo>
                    <a:pt x="348661" y="427461"/>
                  </a:lnTo>
                  <a:lnTo>
                    <a:pt x="726066" y="427461"/>
                  </a:lnTo>
                  <a:lnTo>
                    <a:pt x="726066" y="805134"/>
                  </a:lnTo>
                  <a:lnTo>
                    <a:pt x="1103739" y="805134"/>
                  </a:lnTo>
                  <a:lnTo>
                    <a:pt x="1103739" y="1057095"/>
                  </a:lnTo>
                  <a:close/>
                </a:path>
                <a:path w="1329690" h="1157605">
                  <a:moveTo>
                    <a:pt x="1035526" y="1057095"/>
                  </a:moveTo>
                  <a:lnTo>
                    <a:pt x="1103739" y="1057095"/>
                  </a:lnTo>
                  <a:lnTo>
                    <a:pt x="960641" y="903030"/>
                  </a:lnTo>
                  <a:lnTo>
                    <a:pt x="923997" y="937266"/>
                  </a:lnTo>
                  <a:lnTo>
                    <a:pt x="1035526" y="1057095"/>
                  </a:lnTo>
                  <a:close/>
                </a:path>
                <a:path w="1329690" h="1157605">
                  <a:moveTo>
                    <a:pt x="1128882" y="1157397"/>
                  </a:moveTo>
                  <a:lnTo>
                    <a:pt x="1329630" y="941691"/>
                  </a:lnTo>
                  <a:lnTo>
                    <a:pt x="1329630" y="933919"/>
                  </a:lnTo>
                  <a:lnTo>
                    <a:pt x="1296856" y="903297"/>
                  </a:lnTo>
                  <a:lnTo>
                    <a:pt x="1153757" y="1057095"/>
                  </a:lnTo>
                  <a:lnTo>
                    <a:pt x="1035526" y="1057095"/>
                  </a:lnTo>
                  <a:lnTo>
                    <a:pt x="1128882" y="11573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374517" y="2779665"/>
            <a:ext cx="7217457" cy="27551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795" marR="257810" indent="1127760" algn="l">
              <a:lnSpc>
                <a:spcPct val="109800"/>
              </a:lnSpc>
              <a:spcBef>
                <a:spcPts val="100"/>
              </a:spcBef>
            </a:pPr>
            <a:r>
              <a:rPr sz="2700" spc="-80" dirty="0"/>
              <a:t>INTEGRANTES: </a:t>
            </a:r>
            <a:br>
              <a:rPr lang="es-ES" sz="3700" spc="-615" dirty="0">
                <a:latin typeface="+mn-lt"/>
                <a:cs typeface="Tahoma"/>
              </a:rPr>
            </a:br>
            <a:r>
              <a:rPr sz="2700" spc="-80" dirty="0"/>
              <a:t>MARBIN</a:t>
            </a:r>
            <a:r>
              <a:rPr lang="es-ES" sz="2700" spc="-80" dirty="0"/>
              <a:t> </a:t>
            </a:r>
            <a:r>
              <a:rPr sz="2700" spc="-80" dirty="0"/>
              <a:t>RONALDO MENESES</a:t>
            </a:r>
          </a:p>
          <a:p>
            <a:pPr marL="1252855" marR="5080" indent="-1240790" algn="l">
              <a:lnSpc>
                <a:spcPct val="109800"/>
              </a:lnSpc>
            </a:pPr>
            <a:r>
              <a:rPr lang="es-ES" sz="2700" spc="-80" dirty="0"/>
              <a:t>   </a:t>
            </a:r>
            <a:r>
              <a:rPr sz="2700" spc="-80" dirty="0"/>
              <a:t>BRAYAN BAMBAGUE GALLARD</a:t>
            </a:r>
            <a:br>
              <a:rPr lang="es-ES" sz="2700" spc="-80" dirty="0"/>
            </a:br>
            <a:r>
              <a:rPr sz="2700" spc="-80" dirty="0"/>
              <a:t>YORDI VELASCO</a:t>
            </a:r>
            <a:br>
              <a:rPr lang="es-ES" sz="2700" spc="-80" dirty="0"/>
            </a:br>
            <a:r>
              <a:rPr lang="es-CO" sz="2700" spc="-80" dirty="0"/>
              <a:t>JHONATHAN</a:t>
            </a:r>
            <a:br>
              <a:rPr lang="es-CO" sz="2700" spc="-80" dirty="0"/>
            </a:br>
            <a:endParaRPr sz="2700" spc="-80" dirty="0"/>
          </a:p>
        </p:txBody>
      </p:sp>
      <p:sp>
        <p:nvSpPr>
          <p:cNvPr id="9" name="object 9"/>
          <p:cNvSpPr txBox="1"/>
          <p:nvPr/>
        </p:nvSpPr>
        <p:spPr>
          <a:xfrm>
            <a:off x="6392745" y="4921856"/>
            <a:ext cx="4630420" cy="3308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9105" algn="ctr">
              <a:lnSpc>
                <a:spcPct val="100000"/>
              </a:lnSpc>
              <a:spcBef>
                <a:spcPts val="100"/>
              </a:spcBef>
            </a:pPr>
            <a:endParaRPr sz="3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37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700" spc="-80" dirty="0">
                <a:solidFill>
                  <a:schemeClr val="bg1"/>
                </a:solidFill>
                <a:latin typeface="Arial MT"/>
                <a:ea typeface="+mj-ea"/>
                <a:cs typeface="Arial MT"/>
              </a:rPr>
              <a:t>PRESENTADO A:</a:t>
            </a: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2700" spc="-80" dirty="0">
                <a:solidFill>
                  <a:schemeClr val="bg1"/>
                </a:solidFill>
                <a:latin typeface="Arial MT"/>
                <a:ea typeface="+mj-ea"/>
                <a:cs typeface="Arial MT"/>
              </a:rPr>
              <a:t>LEIDY MARIANI DORADO FLÓREZ</a:t>
            </a:r>
            <a:endParaRPr lang="es-ES" sz="2700" spc="-80" dirty="0">
              <a:solidFill>
                <a:schemeClr val="bg1"/>
              </a:solidFill>
              <a:latin typeface="Arial MT"/>
              <a:ea typeface="+mj-ea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es-ES" sz="4000" spc="-80" dirty="0">
                <a:solidFill>
                  <a:schemeClr val="bg1"/>
                </a:solidFill>
                <a:latin typeface="Arial MT"/>
                <a:ea typeface="+mj-ea"/>
                <a:cs typeface="Arial MT"/>
              </a:rPr>
              <a:t> </a:t>
            </a:r>
            <a:endParaRPr sz="4000" spc="-80" dirty="0">
              <a:solidFill>
                <a:schemeClr val="bg1"/>
              </a:solidFill>
              <a:latin typeface="Arial MT"/>
              <a:ea typeface="+mj-ea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0972" y="1030121"/>
            <a:ext cx="16219153" cy="8228178"/>
            <a:chOff x="1040972" y="1030121"/>
            <a:chExt cx="16219153" cy="8228178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972" y="2562290"/>
              <a:ext cx="5978942" cy="669600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318055" y="1030121"/>
              <a:ext cx="8942070" cy="468630"/>
            </a:xfrm>
            <a:custGeom>
              <a:avLst/>
              <a:gdLst/>
              <a:ahLst/>
              <a:cxnLst/>
              <a:rect l="l" t="t" r="r" b="b"/>
              <a:pathLst>
                <a:path w="8942069" h="468630">
                  <a:moveTo>
                    <a:pt x="2285212" y="100088"/>
                  </a:moveTo>
                  <a:lnTo>
                    <a:pt x="2202383" y="17259"/>
                  </a:lnTo>
                  <a:lnTo>
                    <a:pt x="2094547" y="17259"/>
                  </a:lnTo>
                  <a:lnTo>
                    <a:pt x="2177377" y="100088"/>
                  </a:lnTo>
                  <a:lnTo>
                    <a:pt x="2285212" y="100088"/>
                  </a:lnTo>
                  <a:close/>
                </a:path>
                <a:path w="8942069" h="468630">
                  <a:moveTo>
                    <a:pt x="2386457" y="100088"/>
                  </a:moveTo>
                  <a:lnTo>
                    <a:pt x="2303627" y="17259"/>
                  </a:lnTo>
                  <a:lnTo>
                    <a:pt x="2234057" y="17259"/>
                  </a:lnTo>
                  <a:lnTo>
                    <a:pt x="2316886" y="100088"/>
                  </a:lnTo>
                  <a:lnTo>
                    <a:pt x="2386457" y="100088"/>
                  </a:lnTo>
                  <a:close/>
                </a:path>
                <a:path w="8942069" h="468630">
                  <a:moveTo>
                    <a:pt x="2487523" y="100088"/>
                  </a:moveTo>
                  <a:lnTo>
                    <a:pt x="2404694" y="17259"/>
                  </a:lnTo>
                  <a:lnTo>
                    <a:pt x="2335123" y="17259"/>
                  </a:lnTo>
                  <a:lnTo>
                    <a:pt x="2417953" y="100088"/>
                  </a:lnTo>
                  <a:lnTo>
                    <a:pt x="2487523" y="100088"/>
                  </a:lnTo>
                  <a:close/>
                </a:path>
                <a:path w="8942069" h="468630">
                  <a:moveTo>
                    <a:pt x="2626855" y="100088"/>
                  </a:moveTo>
                  <a:lnTo>
                    <a:pt x="2544026" y="17259"/>
                  </a:lnTo>
                  <a:lnTo>
                    <a:pt x="2436190" y="17259"/>
                  </a:lnTo>
                  <a:lnTo>
                    <a:pt x="2519019" y="100088"/>
                  </a:lnTo>
                  <a:lnTo>
                    <a:pt x="2626855" y="100088"/>
                  </a:lnTo>
                  <a:close/>
                </a:path>
                <a:path w="8942069" h="468630">
                  <a:moveTo>
                    <a:pt x="3247428" y="140741"/>
                  </a:moveTo>
                  <a:lnTo>
                    <a:pt x="3246056" y="133985"/>
                  </a:lnTo>
                  <a:lnTo>
                    <a:pt x="3245662" y="132029"/>
                  </a:lnTo>
                  <a:lnTo>
                    <a:pt x="3240849" y="124904"/>
                  </a:lnTo>
                  <a:lnTo>
                    <a:pt x="3233724" y="120091"/>
                  </a:lnTo>
                  <a:lnTo>
                    <a:pt x="3225012" y="118325"/>
                  </a:lnTo>
                  <a:lnTo>
                    <a:pt x="3217824" y="119494"/>
                  </a:lnTo>
                  <a:lnTo>
                    <a:pt x="3211626" y="122758"/>
                  </a:lnTo>
                  <a:lnTo>
                    <a:pt x="3206775" y="127711"/>
                  </a:lnTo>
                  <a:lnTo>
                    <a:pt x="3203651" y="133985"/>
                  </a:lnTo>
                  <a:lnTo>
                    <a:pt x="2130666" y="133985"/>
                  </a:lnTo>
                  <a:lnTo>
                    <a:pt x="2010206" y="13512"/>
                  </a:lnTo>
                  <a:lnTo>
                    <a:pt x="1996681" y="0"/>
                  </a:lnTo>
                  <a:lnTo>
                    <a:pt x="1027518" y="0"/>
                  </a:lnTo>
                  <a:lnTo>
                    <a:pt x="907148" y="208457"/>
                  </a:lnTo>
                  <a:lnTo>
                    <a:pt x="170281" y="208457"/>
                  </a:lnTo>
                  <a:lnTo>
                    <a:pt x="167157" y="202184"/>
                  </a:lnTo>
                  <a:lnTo>
                    <a:pt x="162280" y="197218"/>
                  </a:lnTo>
                  <a:lnTo>
                    <a:pt x="156070" y="193967"/>
                  </a:lnTo>
                  <a:lnTo>
                    <a:pt x="148932" y="192798"/>
                  </a:lnTo>
                  <a:lnTo>
                    <a:pt x="140220" y="194564"/>
                  </a:lnTo>
                  <a:lnTo>
                    <a:pt x="133083" y="199364"/>
                  </a:lnTo>
                  <a:lnTo>
                    <a:pt x="128282" y="206489"/>
                  </a:lnTo>
                  <a:lnTo>
                    <a:pt x="126517" y="215214"/>
                  </a:lnTo>
                  <a:lnTo>
                    <a:pt x="128282" y="223939"/>
                  </a:lnTo>
                  <a:lnTo>
                    <a:pt x="133083" y="231063"/>
                  </a:lnTo>
                  <a:lnTo>
                    <a:pt x="140220" y="235877"/>
                  </a:lnTo>
                  <a:lnTo>
                    <a:pt x="148932" y="237642"/>
                  </a:lnTo>
                  <a:lnTo>
                    <a:pt x="156108" y="236461"/>
                  </a:lnTo>
                  <a:lnTo>
                    <a:pt x="162318" y="233210"/>
                  </a:lnTo>
                  <a:lnTo>
                    <a:pt x="167170" y="228257"/>
                  </a:lnTo>
                  <a:lnTo>
                    <a:pt x="170243" y="222072"/>
                  </a:lnTo>
                  <a:lnTo>
                    <a:pt x="899261" y="222072"/>
                  </a:lnTo>
                  <a:lnTo>
                    <a:pt x="881430" y="252933"/>
                  </a:lnTo>
                  <a:lnTo>
                    <a:pt x="200977" y="252933"/>
                  </a:lnTo>
                  <a:lnTo>
                    <a:pt x="200977" y="266636"/>
                  </a:lnTo>
                  <a:lnTo>
                    <a:pt x="889254" y="266636"/>
                  </a:lnTo>
                  <a:lnTo>
                    <a:pt x="915009" y="222072"/>
                  </a:lnTo>
                  <a:lnTo>
                    <a:pt x="1228725" y="222072"/>
                  </a:lnTo>
                  <a:lnTo>
                    <a:pt x="1139926" y="375805"/>
                  </a:lnTo>
                  <a:lnTo>
                    <a:pt x="43815" y="375805"/>
                  </a:lnTo>
                  <a:lnTo>
                    <a:pt x="40640" y="369443"/>
                  </a:lnTo>
                  <a:lnTo>
                    <a:pt x="35763" y="364490"/>
                  </a:lnTo>
                  <a:lnTo>
                    <a:pt x="29552" y="361226"/>
                  </a:lnTo>
                  <a:lnTo>
                    <a:pt x="22415" y="360057"/>
                  </a:lnTo>
                  <a:lnTo>
                    <a:pt x="13703" y="361823"/>
                  </a:lnTo>
                  <a:lnTo>
                    <a:pt x="6565" y="366636"/>
                  </a:lnTo>
                  <a:lnTo>
                    <a:pt x="1765" y="373761"/>
                  </a:lnTo>
                  <a:lnTo>
                    <a:pt x="0" y="382485"/>
                  </a:lnTo>
                  <a:lnTo>
                    <a:pt x="1765" y="391198"/>
                  </a:lnTo>
                  <a:lnTo>
                    <a:pt x="6565" y="398322"/>
                  </a:lnTo>
                  <a:lnTo>
                    <a:pt x="13703" y="403136"/>
                  </a:lnTo>
                  <a:lnTo>
                    <a:pt x="22415" y="404901"/>
                  </a:lnTo>
                  <a:lnTo>
                    <a:pt x="29591" y="403733"/>
                  </a:lnTo>
                  <a:lnTo>
                    <a:pt x="35801" y="400469"/>
                  </a:lnTo>
                  <a:lnTo>
                    <a:pt x="40652" y="395516"/>
                  </a:lnTo>
                  <a:lnTo>
                    <a:pt x="43776" y="389242"/>
                  </a:lnTo>
                  <a:lnTo>
                    <a:pt x="1132154" y="389242"/>
                  </a:lnTo>
                  <a:lnTo>
                    <a:pt x="1112037" y="424027"/>
                  </a:lnTo>
                  <a:lnTo>
                    <a:pt x="161925" y="424027"/>
                  </a:lnTo>
                  <a:lnTo>
                    <a:pt x="161925" y="437642"/>
                  </a:lnTo>
                  <a:lnTo>
                    <a:pt x="1119873" y="437642"/>
                  </a:lnTo>
                  <a:lnTo>
                    <a:pt x="1147762" y="389242"/>
                  </a:lnTo>
                  <a:lnTo>
                    <a:pt x="1930933" y="389242"/>
                  </a:lnTo>
                  <a:lnTo>
                    <a:pt x="1994369" y="452678"/>
                  </a:lnTo>
                  <a:lnTo>
                    <a:pt x="3173666" y="452678"/>
                  </a:lnTo>
                  <a:lnTo>
                    <a:pt x="3176803" y="458952"/>
                  </a:lnTo>
                  <a:lnTo>
                    <a:pt x="3181680" y="463905"/>
                  </a:lnTo>
                  <a:lnTo>
                    <a:pt x="3187877" y="467169"/>
                  </a:lnTo>
                  <a:lnTo>
                    <a:pt x="3195028" y="468337"/>
                  </a:lnTo>
                  <a:lnTo>
                    <a:pt x="3203740" y="466572"/>
                  </a:lnTo>
                  <a:lnTo>
                    <a:pt x="3210877" y="461759"/>
                  </a:lnTo>
                  <a:lnTo>
                    <a:pt x="3215678" y="454634"/>
                  </a:lnTo>
                  <a:lnTo>
                    <a:pt x="3217443" y="445922"/>
                  </a:lnTo>
                  <a:lnTo>
                    <a:pt x="3216071" y="439153"/>
                  </a:lnTo>
                  <a:lnTo>
                    <a:pt x="3215767" y="437642"/>
                  </a:lnTo>
                  <a:lnTo>
                    <a:pt x="3215678" y="437197"/>
                  </a:lnTo>
                  <a:lnTo>
                    <a:pt x="3210877" y="430072"/>
                  </a:lnTo>
                  <a:lnTo>
                    <a:pt x="3203740" y="425259"/>
                  </a:lnTo>
                  <a:lnTo>
                    <a:pt x="3195028" y="423494"/>
                  </a:lnTo>
                  <a:lnTo>
                    <a:pt x="3187852" y="424662"/>
                  </a:lnTo>
                  <a:lnTo>
                    <a:pt x="3181642" y="427926"/>
                  </a:lnTo>
                  <a:lnTo>
                    <a:pt x="3176790" y="432879"/>
                  </a:lnTo>
                  <a:lnTo>
                    <a:pt x="3173666" y="439153"/>
                  </a:lnTo>
                  <a:lnTo>
                    <a:pt x="2000148" y="439153"/>
                  </a:lnTo>
                  <a:lnTo>
                    <a:pt x="1950237" y="389242"/>
                  </a:lnTo>
                  <a:lnTo>
                    <a:pt x="2986925" y="389242"/>
                  </a:lnTo>
                  <a:lnTo>
                    <a:pt x="2986925" y="375805"/>
                  </a:lnTo>
                  <a:lnTo>
                    <a:pt x="1936711" y="375805"/>
                  </a:lnTo>
                  <a:lnTo>
                    <a:pt x="1917319" y="356425"/>
                  </a:lnTo>
                  <a:lnTo>
                    <a:pt x="1917319" y="375805"/>
                  </a:lnTo>
                  <a:lnTo>
                    <a:pt x="1155814" y="375805"/>
                  </a:lnTo>
                  <a:lnTo>
                    <a:pt x="1244523" y="222072"/>
                  </a:lnTo>
                  <a:lnTo>
                    <a:pt x="1763572" y="222072"/>
                  </a:lnTo>
                  <a:lnTo>
                    <a:pt x="1917319" y="375805"/>
                  </a:lnTo>
                  <a:lnTo>
                    <a:pt x="1917319" y="356425"/>
                  </a:lnTo>
                  <a:lnTo>
                    <a:pt x="1782965" y="222072"/>
                  </a:lnTo>
                  <a:lnTo>
                    <a:pt x="3247250" y="222072"/>
                  </a:lnTo>
                  <a:lnTo>
                    <a:pt x="3247250" y="208457"/>
                  </a:lnTo>
                  <a:lnTo>
                    <a:pt x="1769364" y="208457"/>
                  </a:lnTo>
                  <a:lnTo>
                    <a:pt x="1749958" y="189052"/>
                  </a:lnTo>
                  <a:lnTo>
                    <a:pt x="1749958" y="208457"/>
                  </a:lnTo>
                  <a:lnTo>
                    <a:pt x="1252296" y="208457"/>
                  </a:lnTo>
                  <a:lnTo>
                    <a:pt x="1289265" y="144487"/>
                  </a:lnTo>
                  <a:lnTo>
                    <a:pt x="1685988" y="144487"/>
                  </a:lnTo>
                  <a:lnTo>
                    <a:pt x="1749958" y="208457"/>
                  </a:lnTo>
                  <a:lnTo>
                    <a:pt x="1749958" y="189052"/>
                  </a:lnTo>
                  <a:lnTo>
                    <a:pt x="1705394" y="144487"/>
                  </a:lnTo>
                  <a:lnTo>
                    <a:pt x="1691601" y="130695"/>
                  </a:lnTo>
                  <a:lnTo>
                    <a:pt x="1281442" y="130695"/>
                  </a:lnTo>
                  <a:lnTo>
                    <a:pt x="1236586" y="208457"/>
                  </a:lnTo>
                  <a:lnTo>
                    <a:pt x="922870" y="208457"/>
                  </a:lnTo>
                  <a:lnTo>
                    <a:pt x="1035443" y="13512"/>
                  </a:lnTo>
                  <a:lnTo>
                    <a:pt x="1990979" y="13512"/>
                  </a:lnTo>
                  <a:lnTo>
                    <a:pt x="2124976" y="147510"/>
                  </a:lnTo>
                  <a:lnTo>
                    <a:pt x="3203651" y="147510"/>
                  </a:lnTo>
                  <a:lnTo>
                    <a:pt x="3206788" y="153784"/>
                  </a:lnTo>
                  <a:lnTo>
                    <a:pt x="3211665" y="158737"/>
                  </a:lnTo>
                  <a:lnTo>
                    <a:pt x="3217862" y="162001"/>
                  </a:lnTo>
                  <a:lnTo>
                    <a:pt x="3225012" y="163169"/>
                  </a:lnTo>
                  <a:lnTo>
                    <a:pt x="3233724" y="161404"/>
                  </a:lnTo>
                  <a:lnTo>
                    <a:pt x="3240849" y="156591"/>
                  </a:lnTo>
                  <a:lnTo>
                    <a:pt x="3245662" y="149466"/>
                  </a:lnTo>
                  <a:lnTo>
                    <a:pt x="3247428" y="140741"/>
                  </a:lnTo>
                  <a:close/>
                </a:path>
                <a:path w="8942069" h="468630">
                  <a:moveTo>
                    <a:pt x="7979334" y="100088"/>
                  </a:moveTo>
                  <a:lnTo>
                    <a:pt x="7896504" y="17259"/>
                  </a:lnTo>
                  <a:lnTo>
                    <a:pt x="7788669" y="17259"/>
                  </a:lnTo>
                  <a:lnTo>
                    <a:pt x="7871498" y="100088"/>
                  </a:lnTo>
                  <a:lnTo>
                    <a:pt x="7979334" y="100088"/>
                  </a:lnTo>
                  <a:close/>
                </a:path>
                <a:path w="8942069" h="468630">
                  <a:moveTo>
                    <a:pt x="8080578" y="100088"/>
                  </a:moveTo>
                  <a:lnTo>
                    <a:pt x="7997749" y="17259"/>
                  </a:lnTo>
                  <a:lnTo>
                    <a:pt x="7928178" y="17259"/>
                  </a:lnTo>
                  <a:lnTo>
                    <a:pt x="8011007" y="100088"/>
                  </a:lnTo>
                  <a:lnTo>
                    <a:pt x="8080578" y="100088"/>
                  </a:lnTo>
                  <a:close/>
                </a:path>
                <a:path w="8942069" h="468630">
                  <a:moveTo>
                    <a:pt x="8181645" y="100088"/>
                  </a:moveTo>
                  <a:lnTo>
                    <a:pt x="8098815" y="17259"/>
                  </a:lnTo>
                  <a:lnTo>
                    <a:pt x="8029245" y="17259"/>
                  </a:lnTo>
                  <a:lnTo>
                    <a:pt x="8112074" y="100088"/>
                  </a:lnTo>
                  <a:lnTo>
                    <a:pt x="8181645" y="100088"/>
                  </a:lnTo>
                  <a:close/>
                </a:path>
                <a:path w="8942069" h="468630">
                  <a:moveTo>
                    <a:pt x="8320976" y="100088"/>
                  </a:moveTo>
                  <a:lnTo>
                    <a:pt x="8238147" y="17259"/>
                  </a:lnTo>
                  <a:lnTo>
                    <a:pt x="8130311" y="17259"/>
                  </a:lnTo>
                  <a:lnTo>
                    <a:pt x="8213141" y="100088"/>
                  </a:lnTo>
                  <a:lnTo>
                    <a:pt x="8320976" y="100088"/>
                  </a:lnTo>
                  <a:close/>
                </a:path>
                <a:path w="8942069" h="468630">
                  <a:moveTo>
                    <a:pt x="8941549" y="140741"/>
                  </a:moveTo>
                  <a:lnTo>
                    <a:pt x="8940178" y="133985"/>
                  </a:lnTo>
                  <a:lnTo>
                    <a:pt x="8939784" y="132029"/>
                  </a:lnTo>
                  <a:lnTo>
                    <a:pt x="8934971" y="124904"/>
                  </a:lnTo>
                  <a:lnTo>
                    <a:pt x="8927846" y="120091"/>
                  </a:lnTo>
                  <a:lnTo>
                    <a:pt x="8919121" y="118325"/>
                  </a:lnTo>
                  <a:lnTo>
                    <a:pt x="8911946" y="119494"/>
                  </a:lnTo>
                  <a:lnTo>
                    <a:pt x="8905748" y="122758"/>
                  </a:lnTo>
                  <a:lnTo>
                    <a:pt x="8900897" y="127711"/>
                  </a:lnTo>
                  <a:lnTo>
                    <a:pt x="8897772" y="133985"/>
                  </a:lnTo>
                  <a:lnTo>
                    <a:pt x="7824787" y="133985"/>
                  </a:lnTo>
                  <a:lnTo>
                    <a:pt x="7704315" y="13512"/>
                  </a:lnTo>
                  <a:lnTo>
                    <a:pt x="7690802" y="0"/>
                  </a:lnTo>
                  <a:lnTo>
                    <a:pt x="6721640" y="0"/>
                  </a:lnTo>
                  <a:lnTo>
                    <a:pt x="6601269" y="208457"/>
                  </a:lnTo>
                  <a:lnTo>
                    <a:pt x="5864403" y="208457"/>
                  </a:lnTo>
                  <a:lnTo>
                    <a:pt x="5861278" y="202184"/>
                  </a:lnTo>
                  <a:lnTo>
                    <a:pt x="5856402" y="197218"/>
                  </a:lnTo>
                  <a:lnTo>
                    <a:pt x="5850191" y="193967"/>
                  </a:lnTo>
                  <a:lnTo>
                    <a:pt x="5843054" y="192798"/>
                  </a:lnTo>
                  <a:lnTo>
                    <a:pt x="5834329" y="194564"/>
                  </a:lnTo>
                  <a:lnTo>
                    <a:pt x="5827204" y="199364"/>
                  </a:lnTo>
                  <a:lnTo>
                    <a:pt x="5822404" y="206489"/>
                  </a:lnTo>
                  <a:lnTo>
                    <a:pt x="5820638" y="215214"/>
                  </a:lnTo>
                  <a:lnTo>
                    <a:pt x="5822404" y="223939"/>
                  </a:lnTo>
                  <a:lnTo>
                    <a:pt x="5827204" y="231063"/>
                  </a:lnTo>
                  <a:lnTo>
                    <a:pt x="5834329" y="235877"/>
                  </a:lnTo>
                  <a:lnTo>
                    <a:pt x="5843054" y="237642"/>
                  </a:lnTo>
                  <a:lnTo>
                    <a:pt x="5850229" y="236461"/>
                  </a:lnTo>
                  <a:lnTo>
                    <a:pt x="5856440" y="233210"/>
                  </a:lnTo>
                  <a:lnTo>
                    <a:pt x="5861278" y="228257"/>
                  </a:lnTo>
                  <a:lnTo>
                    <a:pt x="5864364" y="222072"/>
                  </a:lnTo>
                  <a:lnTo>
                    <a:pt x="6593383" y="222072"/>
                  </a:lnTo>
                  <a:lnTo>
                    <a:pt x="6575552" y="252933"/>
                  </a:lnTo>
                  <a:lnTo>
                    <a:pt x="5895098" y="252933"/>
                  </a:lnTo>
                  <a:lnTo>
                    <a:pt x="5895098" y="266636"/>
                  </a:lnTo>
                  <a:lnTo>
                    <a:pt x="6583375" y="266636"/>
                  </a:lnTo>
                  <a:lnTo>
                    <a:pt x="6609131" y="222072"/>
                  </a:lnTo>
                  <a:lnTo>
                    <a:pt x="6922846" y="222072"/>
                  </a:lnTo>
                  <a:lnTo>
                    <a:pt x="6834048" y="375805"/>
                  </a:lnTo>
                  <a:lnTo>
                    <a:pt x="5737936" y="375805"/>
                  </a:lnTo>
                  <a:lnTo>
                    <a:pt x="5734761" y="369443"/>
                  </a:lnTo>
                  <a:lnTo>
                    <a:pt x="5729884" y="364490"/>
                  </a:lnTo>
                  <a:lnTo>
                    <a:pt x="5723674" y="361226"/>
                  </a:lnTo>
                  <a:lnTo>
                    <a:pt x="5716536" y="360057"/>
                  </a:lnTo>
                  <a:lnTo>
                    <a:pt x="5707824" y="361823"/>
                  </a:lnTo>
                  <a:lnTo>
                    <a:pt x="5700687" y="366636"/>
                  </a:lnTo>
                  <a:lnTo>
                    <a:pt x="5695886" y="373761"/>
                  </a:lnTo>
                  <a:lnTo>
                    <a:pt x="5694121" y="382485"/>
                  </a:lnTo>
                  <a:lnTo>
                    <a:pt x="5695886" y="391198"/>
                  </a:lnTo>
                  <a:lnTo>
                    <a:pt x="5700687" y="398322"/>
                  </a:lnTo>
                  <a:lnTo>
                    <a:pt x="5707824" y="403136"/>
                  </a:lnTo>
                  <a:lnTo>
                    <a:pt x="5716536" y="404901"/>
                  </a:lnTo>
                  <a:lnTo>
                    <a:pt x="5723712" y="403733"/>
                  </a:lnTo>
                  <a:lnTo>
                    <a:pt x="5729922" y="400469"/>
                  </a:lnTo>
                  <a:lnTo>
                    <a:pt x="5734774" y="395516"/>
                  </a:lnTo>
                  <a:lnTo>
                    <a:pt x="5737898" y="389242"/>
                  </a:lnTo>
                  <a:lnTo>
                    <a:pt x="6826275" y="389242"/>
                  </a:lnTo>
                  <a:lnTo>
                    <a:pt x="6806158" y="424027"/>
                  </a:lnTo>
                  <a:lnTo>
                    <a:pt x="5856046" y="424027"/>
                  </a:lnTo>
                  <a:lnTo>
                    <a:pt x="5856046" y="437642"/>
                  </a:lnTo>
                  <a:lnTo>
                    <a:pt x="6813994" y="437642"/>
                  </a:lnTo>
                  <a:lnTo>
                    <a:pt x="6841884" y="389242"/>
                  </a:lnTo>
                  <a:lnTo>
                    <a:pt x="7625054" y="389242"/>
                  </a:lnTo>
                  <a:lnTo>
                    <a:pt x="7688491" y="452678"/>
                  </a:lnTo>
                  <a:lnTo>
                    <a:pt x="8867788" y="452678"/>
                  </a:lnTo>
                  <a:lnTo>
                    <a:pt x="8870925" y="458952"/>
                  </a:lnTo>
                  <a:lnTo>
                    <a:pt x="8875801" y="463905"/>
                  </a:lnTo>
                  <a:lnTo>
                    <a:pt x="8881999" y="467169"/>
                  </a:lnTo>
                  <a:lnTo>
                    <a:pt x="8889149" y="468337"/>
                  </a:lnTo>
                  <a:lnTo>
                    <a:pt x="8897861" y="466572"/>
                  </a:lnTo>
                  <a:lnTo>
                    <a:pt x="8904999" y="461759"/>
                  </a:lnTo>
                  <a:lnTo>
                    <a:pt x="8909799" y="454634"/>
                  </a:lnTo>
                  <a:lnTo>
                    <a:pt x="8911565" y="445922"/>
                  </a:lnTo>
                  <a:lnTo>
                    <a:pt x="8910193" y="439153"/>
                  </a:lnTo>
                  <a:lnTo>
                    <a:pt x="8909888" y="437642"/>
                  </a:lnTo>
                  <a:lnTo>
                    <a:pt x="8909799" y="437197"/>
                  </a:lnTo>
                  <a:lnTo>
                    <a:pt x="8904999" y="430072"/>
                  </a:lnTo>
                  <a:lnTo>
                    <a:pt x="8897861" y="425259"/>
                  </a:lnTo>
                  <a:lnTo>
                    <a:pt x="8889149" y="423494"/>
                  </a:lnTo>
                  <a:lnTo>
                    <a:pt x="8881961" y="424662"/>
                  </a:lnTo>
                  <a:lnTo>
                    <a:pt x="8875763" y="427926"/>
                  </a:lnTo>
                  <a:lnTo>
                    <a:pt x="8870912" y="432879"/>
                  </a:lnTo>
                  <a:lnTo>
                    <a:pt x="8867788" y="439153"/>
                  </a:lnTo>
                  <a:lnTo>
                    <a:pt x="7694269" y="439153"/>
                  </a:lnTo>
                  <a:lnTo>
                    <a:pt x="7644358" y="389242"/>
                  </a:lnTo>
                  <a:lnTo>
                    <a:pt x="8681047" y="389242"/>
                  </a:lnTo>
                  <a:lnTo>
                    <a:pt x="8681047" y="375805"/>
                  </a:lnTo>
                  <a:lnTo>
                    <a:pt x="7630833" y="375805"/>
                  </a:lnTo>
                  <a:lnTo>
                    <a:pt x="7611440" y="356425"/>
                  </a:lnTo>
                  <a:lnTo>
                    <a:pt x="7611440" y="375805"/>
                  </a:lnTo>
                  <a:lnTo>
                    <a:pt x="6849935" y="375805"/>
                  </a:lnTo>
                  <a:lnTo>
                    <a:pt x="6938645" y="222072"/>
                  </a:lnTo>
                  <a:lnTo>
                    <a:pt x="7457694" y="222072"/>
                  </a:lnTo>
                  <a:lnTo>
                    <a:pt x="7611440" y="375805"/>
                  </a:lnTo>
                  <a:lnTo>
                    <a:pt x="7611440" y="356425"/>
                  </a:lnTo>
                  <a:lnTo>
                    <a:pt x="7477087" y="222072"/>
                  </a:lnTo>
                  <a:lnTo>
                    <a:pt x="8941371" y="222072"/>
                  </a:lnTo>
                  <a:lnTo>
                    <a:pt x="8941371" y="208457"/>
                  </a:lnTo>
                  <a:lnTo>
                    <a:pt x="7463472" y="208457"/>
                  </a:lnTo>
                  <a:lnTo>
                    <a:pt x="7444079" y="189064"/>
                  </a:lnTo>
                  <a:lnTo>
                    <a:pt x="7444079" y="208457"/>
                  </a:lnTo>
                  <a:lnTo>
                    <a:pt x="6946417" y="208457"/>
                  </a:lnTo>
                  <a:lnTo>
                    <a:pt x="6983387" y="144487"/>
                  </a:lnTo>
                  <a:lnTo>
                    <a:pt x="7380110" y="144487"/>
                  </a:lnTo>
                  <a:lnTo>
                    <a:pt x="7444079" y="208457"/>
                  </a:lnTo>
                  <a:lnTo>
                    <a:pt x="7444079" y="189064"/>
                  </a:lnTo>
                  <a:lnTo>
                    <a:pt x="7399502" y="144487"/>
                  </a:lnTo>
                  <a:lnTo>
                    <a:pt x="7385723" y="130695"/>
                  </a:lnTo>
                  <a:lnTo>
                    <a:pt x="6975564" y="130695"/>
                  </a:lnTo>
                  <a:lnTo>
                    <a:pt x="6930707" y="208457"/>
                  </a:lnTo>
                  <a:lnTo>
                    <a:pt x="6616992" y="208457"/>
                  </a:lnTo>
                  <a:lnTo>
                    <a:pt x="6729565" y="13512"/>
                  </a:lnTo>
                  <a:lnTo>
                    <a:pt x="7685100" y="13512"/>
                  </a:lnTo>
                  <a:lnTo>
                    <a:pt x="7819098" y="147510"/>
                  </a:lnTo>
                  <a:lnTo>
                    <a:pt x="8897772" y="147510"/>
                  </a:lnTo>
                  <a:lnTo>
                    <a:pt x="8900909" y="153784"/>
                  </a:lnTo>
                  <a:lnTo>
                    <a:pt x="8905786" y="158737"/>
                  </a:lnTo>
                  <a:lnTo>
                    <a:pt x="8911984" y="162001"/>
                  </a:lnTo>
                  <a:lnTo>
                    <a:pt x="8919121" y="163169"/>
                  </a:lnTo>
                  <a:lnTo>
                    <a:pt x="8927846" y="161404"/>
                  </a:lnTo>
                  <a:lnTo>
                    <a:pt x="8934971" y="156591"/>
                  </a:lnTo>
                  <a:lnTo>
                    <a:pt x="8939784" y="149466"/>
                  </a:lnTo>
                  <a:lnTo>
                    <a:pt x="8941549" y="140741"/>
                  </a:lnTo>
                  <a:close/>
                </a:path>
              </a:pathLst>
            </a:custGeom>
            <a:solidFill>
              <a:srgbClr val="37B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863756" y="3245855"/>
            <a:ext cx="9709785" cy="414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Actualmente</a:t>
            </a:r>
            <a:r>
              <a:rPr sz="2800" spc="-2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muchas</a:t>
            </a:r>
            <a:r>
              <a:rPr sz="2800" spc="-2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personas</a:t>
            </a:r>
            <a:r>
              <a:rPr sz="2800" spc="-2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gestionan</a:t>
            </a:r>
            <a:r>
              <a:rPr sz="2800" spc="-2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sus</a:t>
            </a:r>
            <a:r>
              <a:rPr sz="2800" spc="-2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tareas</a:t>
            </a:r>
            <a:r>
              <a:rPr sz="2800" spc="-2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diarias</a:t>
            </a:r>
            <a:r>
              <a:rPr sz="2800" spc="-2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 MT"/>
                <a:cs typeface="Arial MT"/>
              </a:rPr>
              <a:t>de 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forma</a:t>
            </a:r>
            <a:r>
              <a:rPr sz="2800" spc="-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manual</a:t>
            </a:r>
            <a:r>
              <a:rPr sz="2800" spc="-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2800" spc="-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utilizan</a:t>
            </a:r>
            <a:r>
              <a:rPr sz="2800" spc="-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aplicaciones</a:t>
            </a:r>
            <a:r>
              <a:rPr sz="2800" spc="-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2800" spc="-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2800" spc="-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generan</a:t>
            </a:r>
            <a:r>
              <a:rPr sz="2800" spc="-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recordatorios 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automáticos</a:t>
            </a:r>
            <a:r>
              <a:rPr sz="2800" spc="-2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personalizados.</a:t>
            </a:r>
            <a:r>
              <a:rPr sz="2800" spc="-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5" dirty="0">
                <a:solidFill>
                  <a:srgbClr val="FFFFFF"/>
                </a:solidFill>
                <a:latin typeface="Arial MT"/>
                <a:cs typeface="Arial MT"/>
              </a:rPr>
              <a:t>Esto</a:t>
            </a:r>
            <a:r>
              <a:rPr sz="2800" spc="-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puede</a:t>
            </a:r>
            <a:r>
              <a:rPr sz="2800" spc="-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ocasionar</a:t>
            </a:r>
            <a:r>
              <a:rPr sz="2800" spc="-2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2800" spc="-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las</a:t>
            </a:r>
            <a:r>
              <a:rPr sz="2800" spc="-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tareas 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se</a:t>
            </a:r>
            <a:r>
              <a:rPr sz="2800" spc="-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olviden</a:t>
            </a:r>
            <a:r>
              <a:rPr sz="2800" spc="-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2800" spc="-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2800" spc="-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se</a:t>
            </a:r>
            <a:r>
              <a:rPr sz="2800" spc="-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realicen</a:t>
            </a:r>
            <a:r>
              <a:rPr sz="2800" spc="-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tiempo.</a:t>
            </a:r>
            <a:endParaRPr sz="2800" dirty="0">
              <a:latin typeface="Arial MT"/>
              <a:cs typeface="Arial MT"/>
            </a:endParaRPr>
          </a:p>
          <a:p>
            <a:pPr marL="12700" marR="27305" algn="just">
              <a:lnSpc>
                <a:spcPct val="107100"/>
              </a:lnSpc>
            </a:pP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El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5" dirty="0">
                <a:solidFill>
                  <a:srgbClr val="FFFFFF"/>
                </a:solidFill>
                <a:latin typeface="Arial MT"/>
                <a:cs typeface="Arial MT"/>
              </a:rPr>
              <a:t>sistema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TaskAPI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busca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solucionar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este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5" dirty="0">
                <a:solidFill>
                  <a:srgbClr val="FFFFFF"/>
                </a:solidFill>
                <a:latin typeface="Arial MT"/>
                <a:cs typeface="Arial MT"/>
              </a:rPr>
              <a:t>problema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permitiendo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los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usuarios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registrar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tareas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5" dirty="0">
                <a:solidFill>
                  <a:srgbClr val="FFFFFF"/>
                </a:solidFill>
                <a:latin typeface="Arial MT"/>
                <a:cs typeface="Arial MT"/>
              </a:rPr>
              <a:t>recibir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notificaciones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automáticas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en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Telegram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cuando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estas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se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encuentran</a:t>
            </a:r>
            <a:r>
              <a:rPr sz="28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5" dirty="0">
                <a:solidFill>
                  <a:srgbClr val="FFFFFF"/>
                </a:solidFill>
                <a:latin typeface="Arial MT"/>
                <a:cs typeface="Arial MT"/>
              </a:rPr>
              <a:t>pendientes.</a:t>
            </a:r>
            <a:endParaRPr sz="2800" dirty="0">
              <a:latin typeface="Arial MT"/>
              <a:cs typeface="Arial MT"/>
            </a:endParaRPr>
          </a:p>
          <a:p>
            <a:pPr marL="12700" marR="16510" algn="just">
              <a:lnSpc>
                <a:spcPct val="107100"/>
              </a:lnSpc>
              <a:spcBef>
                <a:spcPts val="5"/>
              </a:spcBef>
            </a:pPr>
            <a:r>
              <a:rPr sz="2800" spc="-19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FFFFFF"/>
                </a:solidFill>
                <a:latin typeface="Arial MT"/>
                <a:cs typeface="Arial MT"/>
              </a:rPr>
              <a:t>esta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35" dirty="0">
                <a:solidFill>
                  <a:srgbClr val="FFFFFF"/>
                </a:solidFill>
                <a:latin typeface="Arial MT"/>
                <a:cs typeface="Arial MT"/>
              </a:rPr>
              <a:t>manera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85" dirty="0">
                <a:solidFill>
                  <a:srgbClr val="FFFFFF"/>
                </a:solidFill>
                <a:latin typeface="Arial MT"/>
                <a:cs typeface="Arial MT"/>
              </a:rPr>
              <a:t>el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FFFFFF"/>
                </a:solidFill>
                <a:latin typeface="Arial MT"/>
                <a:cs typeface="Arial MT"/>
              </a:rPr>
              <a:t>usuario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puede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FFFFFF"/>
                </a:solidFill>
                <a:latin typeface="Arial MT"/>
                <a:cs typeface="Arial MT"/>
              </a:rPr>
              <a:t>mantener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20" dirty="0">
                <a:solidFill>
                  <a:srgbClr val="FFFFFF"/>
                </a:solidFill>
                <a:latin typeface="Arial MT"/>
                <a:cs typeface="Arial MT"/>
              </a:rPr>
              <a:t>un</a:t>
            </a:r>
            <a:r>
              <a:rPr sz="28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FFFFFF"/>
                </a:solidFill>
                <a:latin typeface="Arial MT"/>
                <a:cs typeface="Arial MT"/>
              </a:rPr>
              <a:t>mejor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control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sobre 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sus</a:t>
            </a:r>
            <a:r>
              <a:rPr sz="2800" spc="-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5" dirty="0">
                <a:solidFill>
                  <a:srgbClr val="FFFFFF"/>
                </a:solidFill>
                <a:latin typeface="Arial MT"/>
                <a:cs typeface="Arial MT"/>
              </a:rPr>
              <a:t>actividades</a:t>
            </a:r>
            <a:r>
              <a:rPr sz="2800" spc="-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personales</a:t>
            </a:r>
            <a:r>
              <a:rPr sz="2800" spc="-2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2800" spc="-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laborales.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8" name="object 3" descr="$PPTXTitle">
            <a:extLst>
              <a:ext uri="{FF2B5EF4-FFF2-40B4-BE49-F238E27FC236}">
                <a16:creationId xmlns:a16="http://schemas.microsoft.com/office/drawing/2014/main" id="{D2897FF9-1268-BBB7-7721-13D8AE0C214A}"/>
              </a:ext>
            </a:extLst>
          </p:cNvPr>
          <p:cNvSpPr txBox="1">
            <a:spLocks/>
          </p:cNvSpPr>
          <p:nvPr/>
        </p:nvSpPr>
        <p:spPr>
          <a:xfrm>
            <a:off x="8804684" y="1942698"/>
            <a:ext cx="7827927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s-CO" sz="5500" spc="-265" dirty="0" err="1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Descripcion</a:t>
            </a:r>
            <a:r>
              <a:rPr lang="es-CO" sz="5500" spc="-26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del problema</a:t>
            </a:r>
            <a:endParaRPr lang="es-CO" sz="5500"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01400" y="1028767"/>
            <a:ext cx="6778786" cy="8229466"/>
            <a:chOff x="10479606" y="1028987"/>
            <a:chExt cx="6778786" cy="822946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86308" y="3577909"/>
              <a:ext cx="5072084" cy="568039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9606" y="1028987"/>
              <a:ext cx="4242440" cy="47512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81059" y="6010428"/>
              <a:ext cx="468630" cy="3248025"/>
            </a:xfrm>
            <a:custGeom>
              <a:avLst/>
              <a:gdLst/>
              <a:ahLst/>
              <a:cxnLst/>
              <a:rect l="l" t="t" r="r" b="b"/>
              <a:pathLst>
                <a:path w="468629" h="3248025">
                  <a:moveTo>
                    <a:pt x="389246" y="1297192"/>
                  </a:moveTo>
                  <a:lnTo>
                    <a:pt x="389246" y="1316498"/>
                  </a:lnTo>
                  <a:lnTo>
                    <a:pt x="452682" y="1253062"/>
                  </a:lnTo>
                  <a:lnTo>
                    <a:pt x="452682" y="73756"/>
                  </a:lnTo>
                  <a:lnTo>
                    <a:pt x="458957" y="70619"/>
                  </a:lnTo>
                  <a:lnTo>
                    <a:pt x="463914" y="65748"/>
                  </a:lnTo>
                  <a:lnTo>
                    <a:pt x="467170" y="59543"/>
                  </a:lnTo>
                  <a:lnTo>
                    <a:pt x="468341" y="52403"/>
                  </a:lnTo>
                  <a:lnTo>
                    <a:pt x="466576" y="43682"/>
                  </a:lnTo>
                  <a:lnTo>
                    <a:pt x="461768" y="36555"/>
                  </a:lnTo>
                  <a:lnTo>
                    <a:pt x="454641" y="31746"/>
                  </a:lnTo>
                  <a:lnTo>
                    <a:pt x="445920" y="29982"/>
                  </a:lnTo>
                  <a:lnTo>
                    <a:pt x="439158" y="31350"/>
                  </a:lnTo>
                  <a:lnTo>
                    <a:pt x="439158" y="1247279"/>
                  </a:lnTo>
                  <a:lnTo>
                    <a:pt x="389246" y="1297192"/>
                  </a:lnTo>
                  <a:close/>
                </a:path>
                <a:path w="468629" h="3248025">
                  <a:moveTo>
                    <a:pt x="423499" y="52403"/>
                  </a:moveTo>
                  <a:lnTo>
                    <a:pt x="424670" y="59580"/>
                  </a:lnTo>
                  <a:lnTo>
                    <a:pt x="427926" y="65782"/>
                  </a:lnTo>
                  <a:lnTo>
                    <a:pt x="432883" y="70632"/>
                  </a:lnTo>
                  <a:lnTo>
                    <a:pt x="439158" y="73756"/>
                  </a:lnTo>
                  <a:lnTo>
                    <a:pt x="439158" y="31350"/>
                  </a:lnTo>
                  <a:lnTo>
                    <a:pt x="423499" y="52403"/>
                  </a:lnTo>
                  <a:close/>
                </a:path>
                <a:path w="468629" h="3248025">
                  <a:moveTo>
                    <a:pt x="389246" y="2099669"/>
                  </a:moveTo>
                  <a:lnTo>
                    <a:pt x="389246" y="2115277"/>
                  </a:lnTo>
                  <a:lnTo>
                    <a:pt x="424033" y="2135384"/>
                  </a:lnTo>
                  <a:lnTo>
                    <a:pt x="424033" y="3085502"/>
                  </a:lnTo>
                  <a:lnTo>
                    <a:pt x="437646" y="3085502"/>
                  </a:lnTo>
                  <a:lnTo>
                    <a:pt x="437646" y="2127555"/>
                  </a:lnTo>
                  <a:lnTo>
                    <a:pt x="389246" y="2099669"/>
                  </a:lnTo>
                  <a:close/>
                </a:path>
                <a:path w="468629" h="3248025">
                  <a:moveTo>
                    <a:pt x="360064" y="3225008"/>
                  </a:moveTo>
                  <a:lnTo>
                    <a:pt x="361828" y="3233728"/>
                  </a:lnTo>
                  <a:lnTo>
                    <a:pt x="366636" y="3240856"/>
                  </a:lnTo>
                  <a:lnTo>
                    <a:pt x="373764" y="3245664"/>
                  </a:lnTo>
                  <a:lnTo>
                    <a:pt x="382484" y="3247429"/>
                  </a:lnTo>
                  <a:lnTo>
                    <a:pt x="391205" y="3245664"/>
                  </a:lnTo>
                  <a:lnTo>
                    <a:pt x="398332" y="3240856"/>
                  </a:lnTo>
                  <a:lnTo>
                    <a:pt x="403140" y="3233728"/>
                  </a:lnTo>
                  <a:lnTo>
                    <a:pt x="404905" y="3225008"/>
                  </a:lnTo>
                  <a:lnTo>
                    <a:pt x="403734" y="3217831"/>
                  </a:lnTo>
                  <a:lnTo>
                    <a:pt x="400478" y="3211629"/>
                  </a:lnTo>
                  <a:lnTo>
                    <a:pt x="395521" y="3206779"/>
                  </a:lnTo>
                  <a:lnTo>
                    <a:pt x="389246" y="3203655"/>
                  </a:lnTo>
                  <a:lnTo>
                    <a:pt x="389246" y="260505"/>
                  </a:lnTo>
                  <a:lnTo>
                    <a:pt x="375811" y="260505"/>
                  </a:lnTo>
                  <a:lnTo>
                    <a:pt x="375811" y="3203611"/>
                  </a:lnTo>
                  <a:lnTo>
                    <a:pt x="369447" y="3206791"/>
                  </a:lnTo>
                  <a:lnTo>
                    <a:pt x="364490" y="3211662"/>
                  </a:lnTo>
                  <a:lnTo>
                    <a:pt x="361234" y="3217868"/>
                  </a:lnTo>
                  <a:lnTo>
                    <a:pt x="360064" y="3225008"/>
                  </a:lnTo>
                  <a:close/>
                </a:path>
                <a:path w="468629" h="3248025">
                  <a:moveTo>
                    <a:pt x="222070" y="2002907"/>
                  </a:moveTo>
                  <a:lnTo>
                    <a:pt x="222070" y="2018706"/>
                  </a:lnTo>
                  <a:lnTo>
                    <a:pt x="375811" y="2107499"/>
                  </a:lnTo>
                  <a:lnTo>
                    <a:pt x="375811" y="2091611"/>
                  </a:lnTo>
                  <a:lnTo>
                    <a:pt x="222070" y="2002907"/>
                  </a:lnTo>
                  <a:close/>
                </a:path>
                <a:path w="468629" h="3248025">
                  <a:moveTo>
                    <a:pt x="222070" y="1464456"/>
                  </a:moveTo>
                  <a:lnTo>
                    <a:pt x="222070" y="1483852"/>
                  </a:lnTo>
                  <a:lnTo>
                    <a:pt x="375811" y="1330111"/>
                  </a:lnTo>
                  <a:lnTo>
                    <a:pt x="375811" y="1310715"/>
                  </a:lnTo>
                  <a:lnTo>
                    <a:pt x="222070" y="1464456"/>
                  </a:lnTo>
                  <a:close/>
                </a:path>
                <a:path w="468629" h="3248025">
                  <a:moveTo>
                    <a:pt x="222070" y="2332417"/>
                  </a:moveTo>
                  <a:lnTo>
                    <a:pt x="222070" y="2348164"/>
                  </a:lnTo>
                  <a:lnTo>
                    <a:pt x="252943" y="2365996"/>
                  </a:lnTo>
                  <a:lnTo>
                    <a:pt x="252943" y="3046444"/>
                  </a:lnTo>
                  <a:lnTo>
                    <a:pt x="266644" y="3046444"/>
                  </a:lnTo>
                  <a:lnTo>
                    <a:pt x="266644" y="2358167"/>
                  </a:lnTo>
                  <a:lnTo>
                    <a:pt x="222070" y="2332417"/>
                  </a:lnTo>
                  <a:close/>
                </a:path>
                <a:path w="468629" h="3248025">
                  <a:moveTo>
                    <a:pt x="192799" y="3098492"/>
                  </a:moveTo>
                  <a:lnTo>
                    <a:pt x="194563" y="3107212"/>
                  </a:lnTo>
                  <a:lnTo>
                    <a:pt x="199371" y="3114340"/>
                  </a:lnTo>
                  <a:lnTo>
                    <a:pt x="206499" y="3119148"/>
                  </a:lnTo>
                  <a:lnTo>
                    <a:pt x="215219" y="3120912"/>
                  </a:lnTo>
                  <a:lnTo>
                    <a:pt x="223940" y="3119148"/>
                  </a:lnTo>
                  <a:lnTo>
                    <a:pt x="231067" y="3114340"/>
                  </a:lnTo>
                  <a:lnTo>
                    <a:pt x="235876" y="3107212"/>
                  </a:lnTo>
                  <a:lnTo>
                    <a:pt x="237640" y="3098492"/>
                  </a:lnTo>
                  <a:lnTo>
                    <a:pt x="236469" y="3091314"/>
                  </a:lnTo>
                  <a:lnTo>
                    <a:pt x="233214" y="3085113"/>
                  </a:lnTo>
                  <a:lnTo>
                    <a:pt x="228256" y="3080262"/>
                  </a:lnTo>
                  <a:lnTo>
                    <a:pt x="222070" y="3077183"/>
                  </a:lnTo>
                  <a:lnTo>
                    <a:pt x="222070" y="177"/>
                  </a:lnTo>
                  <a:lnTo>
                    <a:pt x="208458" y="177"/>
                  </a:lnTo>
                  <a:lnTo>
                    <a:pt x="208458" y="3077139"/>
                  </a:lnTo>
                  <a:lnTo>
                    <a:pt x="202183" y="3080275"/>
                  </a:lnTo>
                  <a:lnTo>
                    <a:pt x="197225" y="3085146"/>
                  </a:lnTo>
                  <a:lnTo>
                    <a:pt x="193969" y="3091352"/>
                  </a:lnTo>
                  <a:lnTo>
                    <a:pt x="192799" y="3098492"/>
                  </a:lnTo>
                  <a:close/>
                </a:path>
                <a:path w="468629" h="3248025">
                  <a:moveTo>
                    <a:pt x="0" y="1250749"/>
                  </a:moveTo>
                  <a:lnTo>
                    <a:pt x="0" y="2219906"/>
                  </a:lnTo>
                  <a:lnTo>
                    <a:pt x="208458" y="2340284"/>
                  </a:lnTo>
                  <a:lnTo>
                    <a:pt x="208458" y="2324550"/>
                  </a:lnTo>
                  <a:lnTo>
                    <a:pt x="13523" y="2211988"/>
                  </a:lnTo>
                  <a:lnTo>
                    <a:pt x="13523" y="1237226"/>
                  </a:lnTo>
                  <a:lnTo>
                    <a:pt x="0" y="1250749"/>
                  </a:lnTo>
                  <a:close/>
                </a:path>
                <a:path w="468629" h="3248025">
                  <a:moveTo>
                    <a:pt x="130697" y="1555829"/>
                  </a:moveTo>
                  <a:lnTo>
                    <a:pt x="130697" y="1965984"/>
                  </a:lnTo>
                  <a:lnTo>
                    <a:pt x="208458" y="2010839"/>
                  </a:lnTo>
                  <a:lnTo>
                    <a:pt x="208458" y="1995129"/>
                  </a:lnTo>
                  <a:lnTo>
                    <a:pt x="144488" y="1958155"/>
                  </a:lnTo>
                  <a:lnTo>
                    <a:pt x="144488" y="1542039"/>
                  </a:lnTo>
                  <a:lnTo>
                    <a:pt x="130697" y="1555829"/>
                  </a:lnTo>
                  <a:close/>
                </a:path>
                <a:path w="468629" h="3248025">
                  <a:moveTo>
                    <a:pt x="144488" y="1542039"/>
                  </a:moveTo>
                  <a:lnTo>
                    <a:pt x="144488" y="1561434"/>
                  </a:lnTo>
                  <a:lnTo>
                    <a:pt x="208458" y="1497464"/>
                  </a:lnTo>
                  <a:lnTo>
                    <a:pt x="208458" y="1478069"/>
                  </a:lnTo>
                  <a:lnTo>
                    <a:pt x="144488" y="1542039"/>
                  </a:lnTo>
                  <a:close/>
                </a:path>
                <a:path w="468629" h="3248025">
                  <a:moveTo>
                    <a:pt x="13523" y="1237226"/>
                  </a:moveTo>
                  <a:lnTo>
                    <a:pt x="13523" y="1256443"/>
                  </a:lnTo>
                  <a:lnTo>
                    <a:pt x="147513" y="1122453"/>
                  </a:lnTo>
                  <a:lnTo>
                    <a:pt x="147513" y="43773"/>
                  </a:lnTo>
                  <a:lnTo>
                    <a:pt x="153788" y="40637"/>
                  </a:lnTo>
                  <a:lnTo>
                    <a:pt x="158745" y="35766"/>
                  </a:lnTo>
                  <a:lnTo>
                    <a:pt x="162001" y="29560"/>
                  </a:lnTo>
                  <a:lnTo>
                    <a:pt x="163171" y="22420"/>
                  </a:lnTo>
                  <a:lnTo>
                    <a:pt x="161407" y="13699"/>
                  </a:lnTo>
                  <a:lnTo>
                    <a:pt x="156599" y="6572"/>
                  </a:lnTo>
                  <a:lnTo>
                    <a:pt x="149471" y="1764"/>
                  </a:lnTo>
                  <a:lnTo>
                    <a:pt x="140751" y="0"/>
                  </a:lnTo>
                  <a:lnTo>
                    <a:pt x="133989" y="1367"/>
                  </a:lnTo>
                  <a:lnTo>
                    <a:pt x="133989" y="1116759"/>
                  </a:lnTo>
                  <a:lnTo>
                    <a:pt x="13523" y="1237226"/>
                  </a:lnTo>
                  <a:close/>
                </a:path>
                <a:path w="468629" h="3248025">
                  <a:moveTo>
                    <a:pt x="118330" y="22420"/>
                  </a:moveTo>
                  <a:lnTo>
                    <a:pt x="119501" y="29597"/>
                  </a:lnTo>
                  <a:lnTo>
                    <a:pt x="122757" y="35799"/>
                  </a:lnTo>
                  <a:lnTo>
                    <a:pt x="127714" y="40649"/>
                  </a:lnTo>
                  <a:lnTo>
                    <a:pt x="133989" y="43773"/>
                  </a:lnTo>
                  <a:lnTo>
                    <a:pt x="133989" y="1367"/>
                  </a:lnTo>
                  <a:lnTo>
                    <a:pt x="132030" y="1764"/>
                  </a:lnTo>
                  <a:lnTo>
                    <a:pt x="124903" y="6572"/>
                  </a:lnTo>
                  <a:lnTo>
                    <a:pt x="120094" y="13700"/>
                  </a:lnTo>
                  <a:lnTo>
                    <a:pt x="118330" y="22420"/>
                  </a:lnTo>
                  <a:close/>
                </a:path>
                <a:path w="468629" h="3248025">
                  <a:moveTo>
                    <a:pt x="17260" y="1045049"/>
                  </a:moveTo>
                  <a:lnTo>
                    <a:pt x="17260" y="1152881"/>
                  </a:lnTo>
                  <a:lnTo>
                    <a:pt x="100091" y="1070049"/>
                  </a:lnTo>
                  <a:lnTo>
                    <a:pt x="100091" y="962217"/>
                  </a:lnTo>
                  <a:lnTo>
                    <a:pt x="17260" y="1045049"/>
                  </a:lnTo>
                  <a:close/>
                </a:path>
                <a:path w="468629" h="3248025">
                  <a:moveTo>
                    <a:pt x="17260" y="943800"/>
                  </a:moveTo>
                  <a:lnTo>
                    <a:pt x="17260" y="1013375"/>
                  </a:lnTo>
                  <a:lnTo>
                    <a:pt x="100091" y="930543"/>
                  </a:lnTo>
                  <a:lnTo>
                    <a:pt x="100091" y="860968"/>
                  </a:lnTo>
                  <a:lnTo>
                    <a:pt x="17260" y="943800"/>
                  </a:lnTo>
                  <a:close/>
                </a:path>
                <a:path w="468629" h="3248025">
                  <a:moveTo>
                    <a:pt x="17260" y="842729"/>
                  </a:moveTo>
                  <a:lnTo>
                    <a:pt x="17260" y="912304"/>
                  </a:lnTo>
                  <a:lnTo>
                    <a:pt x="100091" y="829473"/>
                  </a:lnTo>
                  <a:lnTo>
                    <a:pt x="100091" y="759897"/>
                  </a:lnTo>
                  <a:lnTo>
                    <a:pt x="17260" y="842729"/>
                  </a:lnTo>
                  <a:close/>
                </a:path>
                <a:path w="468629" h="3248025">
                  <a:moveTo>
                    <a:pt x="17260" y="703401"/>
                  </a:moveTo>
                  <a:lnTo>
                    <a:pt x="17260" y="811234"/>
                  </a:lnTo>
                  <a:lnTo>
                    <a:pt x="100091" y="728402"/>
                  </a:lnTo>
                  <a:lnTo>
                    <a:pt x="100091" y="620570"/>
                  </a:lnTo>
                  <a:lnTo>
                    <a:pt x="17260" y="703401"/>
                  </a:lnTo>
                  <a:close/>
                </a:path>
              </a:pathLst>
            </a:custGeom>
            <a:solidFill>
              <a:srgbClr val="37B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5">
            <a:extLst>
              <a:ext uri="{FF2B5EF4-FFF2-40B4-BE49-F238E27FC236}">
                <a16:creationId xmlns:a16="http://schemas.microsoft.com/office/drawing/2014/main" id="{BAA2DD83-7862-9367-A640-9C17FB1FF9E1}"/>
              </a:ext>
            </a:extLst>
          </p:cNvPr>
          <p:cNvSpPr/>
          <p:nvPr/>
        </p:nvSpPr>
        <p:spPr>
          <a:xfrm>
            <a:off x="13310795" y="9395893"/>
            <a:ext cx="4824805" cy="624407"/>
          </a:xfrm>
          <a:custGeom>
            <a:avLst/>
            <a:gdLst/>
            <a:ahLst/>
            <a:cxnLst/>
            <a:rect l="l" t="t" r="r" b="b"/>
            <a:pathLst>
              <a:path w="3248025" h="468629">
                <a:moveTo>
                  <a:pt x="1950237" y="389246"/>
                </a:moveTo>
                <a:lnTo>
                  <a:pt x="1930930" y="389246"/>
                </a:lnTo>
                <a:lnTo>
                  <a:pt x="1994366" y="452682"/>
                </a:lnTo>
                <a:lnTo>
                  <a:pt x="3173672" y="452682"/>
                </a:lnTo>
                <a:lnTo>
                  <a:pt x="3176809" y="458957"/>
                </a:lnTo>
                <a:lnTo>
                  <a:pt x="3181680" y="463914"/>
                </a:lnTo>
                <a:lnTo>
                  <a:pt x="3187885" y="467170"/>
                </a:lnTo>
                <a:lnTo>
                  <a:pt x="3195025" y="468341"/>
                </a:lnTo>
                <a:lnTo>
                  <a:pt x="3203746" y="466576"/>
                </a:lnTo>
                <a:lnTo>
                  <a:pt x="3210873" y="461768"/>
                </a:lnTo>
                <a:lnTo>
                  <a:pt x="3215682" y="454641"/>
                </a:lnTo>
                <a:lnTo>
                  <a:pt x="3217446" y="445920"/>
                </a:lnTo>
                <a:lnTo>
                  <a:pt x="3216078" y="439158"/>
                </a:lnTo>
                <a:lnTo>
                  <a:pt x="2000149" y="439158"/>
                </a:lnTo>
                <a:lnTo>
                  <a:pt x="1950237" y="389246"/>
                </a:lnTo>
                <a:close/>
              </a:path>
              <a:path w="3248025" h="468629">
                <a:moveTo>
                  <a:pt x="3195025" y="423499"/>
                </a:moveTo>
                <a:lnTo>
                  <a:pt x="3187848" y="424670"/>
                </a:lnTo>
                <a:lnTo>
                  <a:pt x="3181646" y="427926"/>
                </a:lnTo>
                <a:lnTo>
                  <a:pt x="3176796" y="432883"/>
                </a:lnTo>
                <a:lnTo>
                  <a:pt x="3173672" y="439158"/>
                </a:lnTo>
                <a:lnTo>
                  <a:pt x="3216078" y="439158"/>
                </a:lnTo>
                <a:lnTo>
                  <a:pt x="3195025" y="423499"/>
                </a:lnTo>
                <a:close/>
              </a:path>
              <a:path w="3248025" h="468629">
                <a:moveTo>
                  <a:pt x="1147759" y="389246"/>
                </a:moveTo>
                <a:lnTo>
                  <a:pt x="1132151" y="389246"/>
                </a:lnTo>
                <a:lnTo>
                  <a:pt x="1112044" y="424033"/>
                </a:lnTo>
                <a:lnTo>
                  <a:pt x="161926" y="424033"/>
                </a:lnTo>
                <a:lnTo>
                  <a:pt x="161926" y="437646"/>
                </a:lnTo>
                <a:lnTo>
                  <a:pt x="1119873" y="437646"/>
                </a:lnTo>
                <a:lnTo>
                  <a:pt x="1147759" y="389246"/>
                </a:lnTo>
                <a:close/>
              </a:path>
              <a:path w="3248025" h="468629">
                <a:moveTo>
                  <a:pt x="22420" y="360064"/>
                </a:moveTo>
                <a:lnTo>
                  <a:pt x="13700" y="361828"/>
                </a:lnTo>
                <a:lnTo>
                  <a:pt x="6572" y="366636"/>
                </a:lnTo>
                <a:lnTo>
                  <a:pt x="1764" y="373764"/>
                </a:lnTo>
                <a:lnTo>
                  <a:pt x="0" y="382484"/>
                </a:lnTo>
                <a:lnTo>
                  <a:pt x="1764" y="391205"/>
                </a:lnTo>
                <a:lnTo>
                  <a:pt x="6572" y="398332"/>
                </a:lnTo>
                <a:lnTo>
                  <a:pt x="13700" y="403140"/>
                </a:lnTo>
                <a:lnTo>
                  <a:pt x="22420" y="404905"/>
                </a:lnTo>
                <a:lnTo>
                  <a:pt x="29598" y="403734"/>
                </a:lnTo>
                <a:lnTo>
                  <a:pt x="35799" y="400478"/>
                </a:lnTo>
                <a:lnTo>
                  <a:pt x="40649" y="395521"/>
                </a:lnTo>
                <a:lnTo>
                  <a:pt x="43773" y="389246"/>
                </a:lnTo>
                <a:lnTo>
                  <a:pt x="2986923" y="389246"/>
                </a:lnTo>
                <a:lnTo>
                  <a:pt x="2986923" y="375811"/>
                </a:lnTo>
                <a:lnTo>
                  <a:pt x="43817" y="375811"/>
                </a:lnTo>
                <a:lnTo>
                  <a:pt x="40637" y="369447"/>
                </a:lnTo>
                <a:lnTo>
                  <a:pt x="35766" y="364490"/>
                </a:lnTo>
                <a:lnTo>
                  <a:pt x="29560" y="361234"/>
                </a:lnTo>
                <a:lnTo>
                  <a:pt x="22420" y="360064"/>
                </a:lnTo>
                <a:close/>
              </a:path>
              <a:path w="3248025" h="468629">
                <a:moveTo>
                  <a:pt x="1244521" y="222070"/>
                </a:moveTo>
                <a:lnTo>
                  <a:pt x="1228722" y="222070"/>
                </a:lnTo>
                <a:lnTo>
                  <a:pt x="1139929" y="375811"/>
                </a:lnTo>
                <a:lnTo>
                  <a:pt x="1155817" y="375811"/>
                </a:lnTo>
                <a:lnTo>
                  <a:pt x="1244521" y="222070"/>
                </a:lnTo>
                <a:close/>
              </a:path>
              <a:path w="3248025" h="468629">
                <a:moveTo>
                  <a:pt x="1782972" y="222070"/>
                </a:moveTo>
                <a:lnTo>
                  <a:pt x="1763576" y="222070"/>
                </a:lnTo>
                <a:lnTo>
                  <a:pt x="1917317" y="375811"/>
                </a:lnTo>
                <a:lnTo>
                  <a:pt x="1936713" y="375811"/>
                </a:lnTo>
                <a:lnTo>
                  <a:pt x="1782972" y="222070"/>
                </a:lnTo>
                <a:close/>
              </a:path>
              <a:path w="3248025" h="468629">
                <a:moveTo>
                  <a:pt x="915011" y="222070"/>
                </a:moveTo>
                <a:lnTo>
                  <a:pt x="899264" y="222070"/>
                </a:lnTo>
                <a:lnTo>
                  <a:pt x="881432" y="252943"/>
                </a:lnTo>
                <a:lnTo>
                  <a:pt x="200984" y="252943"/>
                </a:lnTo>
                <a:lnTo>
                  <a:pt x="200984" y="266644"/>
                </a:lnTo>
                <a:lnTo>
                  <a:pt x="889261" y="266644"/>
                </a:lnTo>
                <a:lnTo>
                  <a:pt x="915011" y="222070"/>
                </a:lnTo>
                <a:close/>
              </a:path>
              <a:path w="3248025" h="468629">
                <a:moveTo>
                  <a:pt x="148936" y="192799"/>
                </a:moveTo>
                <a:lnTo>
                  <a:pt x="140216" y="194563"/>
                </a:lnTo>
                <a:lnTo>
                  <a:pt x="133088" y="199371"/>
                </a:lnTo>
                <a:lnTo>
                  <a:pt x="128280" y="206499"/>
                </a:lnTo>
                <a:lnTo>
                  <a:pt x="126516" y="215219"/>
                </a:lnTo>
                <a:lnTo>
                  <a:pt x="128280" y="223940"/>
                </a:lnTo>
                <a:lnTo>
                  <a:pt x="133088" y="231067"/>
                </a:lnTo>
                <a:lnTo>
                  <a:pt x="140216" y="235876"/>
                </a:lnTo>
                <a:lnTo>
                  <a:pt x="148936" y="237640"/>
                </a:lnTo>
                <a:lnTo>
                  <a:pt x="156114" y="236469"/>
                </a:lnTo>
                <a:lnTo>
                  <a:pt x="162315" y="233214"/>
                </a:lnTo>
                <a:lnTo>
                  <a:pt x="167166" y="228256"/>
                </a:lnTo>
                <a:lnTo>
                  <a:pt x="170245" y="222070"/>
                </a:lnTo>
                <a:lnTo>
                  <a:pt x="3247251" y="222070"/>
                </a:lnTo>
                <a:lnTo>
                  <a:pt x="3247251" y="208458"/>
                </a:lnTo>
                <a:lnTo>
                  <a:pt x="170289" y="208458"/>
                </a:lnTo>
                <a:lnTo>
                  <a:pt x="167153" y="202183"/>
                </a:lnTo>
                <a:lnTo>
                  <a:pt x="162282" y="197225"/>
                </a:lnTo>
                <a:lnTo>
                  <a:pt x="156076" y="193969"/>
                </a:lnTo>
                <a:lnTo>
                  <a:pt x="148936" y="192799"/>
                </a:lnTo>
                <a:close/>
              </a:path>
              <a:path w="3248025" h="468629">
                <a:moveTo>
                  <a:pt x="1996679" y="0"/>
                </a:moveTo>
                <a:lnTo>
                  <a:pt x="1027522" y="0"/>
                </a:lnTo>
                <a:lnTo>
                  <a:pt x="907144" y="208458"/>
                </a:lnTo>
                <a:lnTo>
                  <a:pt x="922878" y="208458"/>
                </a:lnTo>
                <a:lnTo>
                  <a:pt x="1035440" y="13523"/>
                </a:lnTo>
                <a:lnTo>
                  <a:pt x="2010202" y="13523"/>
                </a:lnTo>
                <a:lnTo>
                  <a:pt x="1996679" y="0"/>
                </a:lnTo>
                <a:close/>
              </a:path>
              <a:path w="3248025" h="468629">
                <a:moveTo>
                  <a:pt x="1691599" y="130697"/>
                </a:moveTo>
                <a:lnTo>
                  <a:pt x="1281444" y="130697"/>
                </a:lnTo>
                <a:lnTo>
                  <a:pt x="1236589" y="208458"/>
                </a:lnTo>
                <a:lnTo>
                  <a:pt x="1252299" y="208458"/>
                </a:lnTo>
                <a:lnTo>
                  <a:pt x="1289273" y="144488"/>
                </a:lnTo>
                <a:lnTo>
                  <a:pt x="1705389" y="144488"/>
                </a:lnTo>
                <a:lnTo>
                  <a:pt x="1691599" y="130697"/>
                </a:lnTo>
                <a:close/>
              </a:path>
              <a:path w="3248025" h="468629">
                <a:moveTo>
                  <a:pt x="1705389" y="144488"/>
                </a:moveTo>
                <a:lnTo>
                  <a:pt x="1685994" y="144488"/>
                </a:lnTo>
                <a:lnTo>
                  <a:pt x="1749964" y="208458"/>
                </a:lnTo>
                <a:lnTo>
                  <a:pt x="1769359" y="208458"/>
                </a:lnTo>
                <a:lnTo>
                  <a:pt x="1705389" y="144488"/>
                </a:lnTo>
                <a:close/>
              </a:path>
              <a:path w="3248025" h="468629">
                <a:moveTo>
                  <a:pt x="2010202" y="13523"/>
                </a:moveTo>
                <a:lnTo>
                  <a:pt x="1990985" y="13523"/>
                </a:lnTo>
                <a:lnTo>
                  <a:pt x="2124975" y="147513"/>
                </a:lnTo>
                <a:lnTo>
                  <a:pt x="3203655" y="147513"/>
                </a:lnTo>
                <a:lnTo>
                  <a:pt x="3206791" y="153788"/>
                </a:lnTo>
                <a:lnTo>
                  <a:pt x="3211663" y="158745"/>
                </a:lnTo>
                <a:lnTo>
                  <a:pt x="3217868" y="162001"/>
                </a:lnTo>
                <a:lnTo>
                  <a:pt x="3225008" y="163171"/>
                </a:lnTo>
                <a:lnTo>
                  <a:pt x="3233729" y="161407"/>
                </a:lnTo>
                <a:lnTo>
                  <a:pt x="3240856" y="156599"/>
                </a:lnTo>
                <a:lnTo>
                  <a:pt x="3245665" y="149471"/>
                </a:lnTo>
                <a:lnTo>
                  <a:pt x="3247429" y="140751"/>
                </a:lnTo>
                <a:lnTo>
                  <a:pt x="3246061" y="133989"/>
                </a:lnTo>
                <a:lnTo>
                  <a:pt x="2130669" y="133989"/>
                </a:lnTo>
                <a:lnTo>
                  <a:pt x="2010202" y="13523"/>
                </a:lnTo>
                <a:close/>
              </a:path>
              <a:path w="3248025" h="468629">
                <a:moveTo>
                  <a:pt x="3225008" y="118330"/>
                </a:moveTo>
                <a:lnTo>
                  <a:pt x="3217831" y="119501"/>
                </a:lnTo>
                <a:lnTo>
                  <a:pt x="3211629" y="122757"/>
                </a:lnTo>
                <a:lnTo>
                  <a:pt x="3206779" y="127714"/>
                </a:lnTo>
                <a:lnTo>
                  <a:pt x="3203655" y="133989"/>
                </a:lnTo>
                <a:lnTo>
                  <a:pt x="3246061" y="133989"/>
                </a:lnTo>
                <a:lnTo>
                  <a:pt x="3245664" y="132030"/>
                </a:lnTo>
                <a:lnTo>
                  <a:pt x="3240856" y="124903"/>
                </a:lnTo>
                <a:lnTo>
                  <a:pt x="3233729" y="120094"/>
                </a:lnTo>
                <a:lnTo>
                  <a:pt x="3225008" y="118330"/>
                </a:lnTo>
                <a:close/>
              </a:path>
              <a:path w="3248025" h="468629">
                <a:moveTo>
                  <a:pt x="2202379" y="17260"/>
                </a:moveTo>
                <a:lnTo>
                  <a:pt x="2094547" y="17260"/>
                </a:lnTo>
                <a:lnTo>
                  <a:pt x="2177379" y="100091"/>
                </a:lnTo>
                <a:lnTo>
                  <a:pt x="2285211" y="100091"/>
                </a:lnTo>
                <a:lnTo>
                  <a:pt x="2202379" y="17260"/>
                </a:lnTo>
                <a:close/>
              </a:path>
              <a:path w="3248025" h="468629">
                <a:moveTo>
                  <a:pt x="2303628" y="17260"/>
                </a:moveTo>
                <a:lnTo>
                  <a:pt x="2234053" y="17260"/>
                </a:lnTo>
                <a:lnTo>
                  <a:pt x="2316885" y="100091"/>
                </a:lnTo>
                <a:lnTo>
                  <a:pt x="2386460" y="100091"/>
                </a:lnTo>
                <a:lnTo>
                  <a:pt x="2303628" y="17260"/>
                </a:lnTo>
                <a:close/>
              </a:path>
              <a:path w="3248025" h="468629">
                <a:moveTo>
                  <a:pt x="2404699" y="17260"/>
                </a:moveTo>
                <a:lnTo>
                  <a:pt x="2335124" y="17260"/>
                </a:lnTo>
                <a:lnTo>
                  <a:pt x="2417955" y="100091"/>
                </a:lnTo>
                <a:lnTo>
                  <a:pt x="2487531" y="100091"/>
                </a:lnTo>
                <a:lnTo>
                  <a:pt x="2404699" y="17260"/>
                </a:lnTo>
                <a:close/>
              </a:path>
              <a:path w="3248025" h="468629">
                <a:moveTo>
                  <a:pt x="2544027" y="17260"/>
                </a:moveTo>
                <a:lnTo>
                  <a:pt x="2436194" y="17260"/>
                </a:lnTo>
                <a:lnTo>
                  <a:pt x="2519026" y="100091"/>
                </a:lnTo>
                <a:lnTo>
                  <a:pt x="2626858" y="100091"/>
                </a:lnTo>
                <a:lnTo>
                  <a:pt x="2544027" y="17260"/>
                </a:lnTo>
                <a:close/>
              </a:path>
            </a:pathLst>
          </a:custGeom>
          <a:solidFill>
            <a:srgbClr val="37B5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3" descr="$PPTXTitle">
            <a:extLst>
              <a:ext uri="{FF2B5EF4-FFF2-40B4-BE49-F238E27FC236}">
                <a16:creationId xmlns:a16="http://schemas.microsoft.com/office/drawing/2014/main" id="{DFACB242-1F98-EAC4-E689-7012154083B5}"/>
              </a:ext>
            </a:extLst>
          </p:cNvPr>
          <p:cNvSpPr txBox="1">
            <a:spLocks/>
          </p:cNvSpPr>
          <p:nvPr/>
        </p:nvSpPr>
        <p:spPr>
          <a:xfrm>
            <a:off x="1697072" y="896645"/>
            <a:ext cx="7827927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s-CO" sz="5500" spc="-26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Arquitectura implementada</a:t>
            </a:r>
            <a:endParaRPr lang="es-CO" sz="5500"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DBCBD0E-2C28-0438-EF70-7737997CEF4A}"/>
              </a:ext>
            </a:extLst>
          </p:cNvPr>
          <p:cNvSpPr txBox="1"/>
          <p:nvPr/>
        </p:nvSpPr>
        <p:spPr>
          <a:xfrm>
            <a:off x="533400" y="2400300"/>
            <a:ext cx="10439400" cy="7299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s-CO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El sistema se implementa como una arquitectura distribuida basada en microservicios, en la cual cada funcionalidad principal se desarrolla como un servicio independiente.</a:t>
            </a:r>
            <a:endParaRPr lang="es-CO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s-CO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Los servicios que componen el sistema son:</a:t>
            </a:r>
            <a:endParaRPr lang="es-CO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O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Servicio de usuarios: </a:t>
            </a:r>
            <a:r>
              <a:rPr lang="es-CO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encargado del registro, autenticación y gestión de usuarios. </a:t>
            </a:r>
            <a:endParaRPr lang="es-CO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O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Servicio de tareas: </a:t>
            </a:r>
            <a:r>
              <a:rPr lang="es-CO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encargado de la creación, consulta y actualización de tareas. </a:t>
            </a:r>
            <a:endParaRPr lang="es-CO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O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Servicio de notificaciones: </a:t>
            </a:r>
            <a:r>
              <a:rPr lang="es-CO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encargado de consultar tareas pendientes y enviar recordatorios a los usuarios. </a:t>
            </a:r>
            <a:endParaRPr lang="es-CO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O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Frontend:</a:t>
            </a:r>
            <a:r>
              <a:rPr lang="es-CO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interfaz de usuario que permite interactuar con el sistema. </a:t>
            </a:r>
            <a:endParaRPr lang="es-CO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s-CO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Cada uno de estos servicios se ejecuta en un contenedor Docker independiente, lo que permite su aislamiento y facilita su despliegue.</a:t>
            </a:r>
            <a:endParaRPr lang="es-CO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CO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612" y="792927"/>
            <a:ext cx="5643154" cy="822919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077200" y="1028700"/>
            <a:ext cx="6781800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spc="-26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Descripción</a:t>
            </a:r>
            <a:r>
              <a:rPr sz="5500" spc="-53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sz="5500" spc="-21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del</a:t>
            </a:r>
            <a:r>
              <a:rPr sz="5500" spc="-52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sz="5500" spc="-18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avance</a:t>
            </a:r>
            <a:endParaRPr sz="5500"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6617803" y="2095500"/>
            <a:ext cx="10984865" cy="7758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lang="es-MX" sz="2400" spc="-80" dirty="0"/>
              <a:t>En esta etapa del proyecto se logró pasar de una propuesta conceptual a una implementación funcional del sistema </a:t>
            </a:r>
            <a:r>
              <a:rPr lang="es-MX" sz="2400" spc="-80" dirty="0" err="1"/>
              <a:t>TaskAPI</a:t>
            </a:r>
            <a:r>
              <a:rPr lang="es-MX" sz="2400" spc="-80" dirty="0"/>
              <a:t>. </a:t>
            </a:r>
          </a:p>
          <a:p>
            <a:pPr marL="12700" marR="5080">
              <a:lnSpc>
                <a:spcPct val="109400"/>
              </a:lnSpc>
              <a:spcBef>
                <a:spcPts val="100"/>
              </a:spcBef>
            </a:pPr>
            <a:endParaRPr lang="es-MX" sz="2400" spc="-80" dirty="0"/>
          </a:p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lang="es-MX" sz="2400" spc="-80" dirty="0"/>
              <a:t>Se implementaron los servicios de usuarios y tareas, permitiendo el registro, autenticación y gestión de tareas dentro del sistema. </a:t>
            </a:r>
          </a:p>
          <a:p>
            <a:pPr marL="12700" marR="5080">
              <a:lnSpc>
                <a:spcPct val="109400"/>
              </a:lnSpc>
              <a:spcBef>
                <a:spcPts val="100"/>
              </a:spcBef>
            </a:pPr>
            <a:endParaRPr lang="es-MX" sz="2400" spc="-80" dirty="0"/>
          </a:p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lang="es-MX" sz="2400" spc="-80" dirty="0"/>
              <a:t>Además, se integró un mecanismo de autenticación basado en JWT para proteger los </a:t>
            </a:r>
            <a:r>
              <a:rPr lang="es-MX" sz="2400" spc="-80" dirty="0" err="1"/>
              <a:t>endpoints</a:t>
            </a:r>
            <a:r>
              <a:rPr lang="es-MX" sz="2400" spc="-80" dirty="0"/>
              <a:t> y controlar el acceso según el rol del usuario.</a:t>
            </a:r>
          </a:p>
          <a:p>
            <a:pPr marL="12700" marR="5080">
              <a:lnSpc>
                <a:spcPct val="109400"/>
              </a:lnSpc>
              <a:spcBef>
                <a:spcPts val="100"/>
              </a:spcBef>
            </a:pPr>
            <a:endParaRPr lang="es-MX" sz="2400" spc="-80" dirty="0"/>
          </a:p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lang="es-MX" sz="2400" spc="-80" dirty="0"/>
              <a:t>Como parte del avance, se desarrolló el servicio de notificaciones, el cual interactúa con los demás servicios para consultar tareas pendientes y enviar recordatorios a los usuarios.</a:t>
            </a:r>
          </a:p>
          <a:p>
            <a:pPr marL="12700" marR="5080">
              <a:lnSpc>
                <a:spcPct val="109400"/>
              </a:lnSpc>
              <a:spcBef>
                <a:spcPts val="100"/>
              </a:spcBef>
            </a:pPr>
            <a:endParaRPr lang="es-MX" sz="2400" spc="-80" dirty="0"/>
          </a:p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lang="es-MX" sz="2400" spc="-80" dirty="0"/>
              <a:t>También se incorporó una interfaz de usuario que permite consumir los servicios de forma más intuitiva.</a:t>
            </a:r>
          </a:p>
          <a:p>
            <a:pPr marL="12700" marR="5080">
              <a:lnSpc>
                <a:spcPct val="109400"/>
              </a:lnSpc>
              <a:spcBef>
                <a:spcPts val="100"/>
              </a:spcBef>
            </a:pPr>
            <a:endParaRPr lang="es-MX" sz="2400" spc="-80" dirty="0"/>
          </a:p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lang="es-MX" sz="2400" spc="-80" dirty="0"/>
              <a:t>Finalmente, se logró </a:t>
            </a:r>
            <a:r>
              <a:rPr lang="es-MX" sz="2400" spc="-80" dirty="0" err="1"/>
              <a:t>contenerizar</a:t>
            </a:r>
            <a:r>
              <a:rPr lang="es-MX" sz="2400" spc="-80" dirty="0"/>
              <a:t> cada componente utilizando Docker y se configuró Docker </a:t>
            </a:r>
            <a:r>
              <a:rPr lang="es-MX" sz="2400" spc="-80" dirty="0" err="1"/>
              <a:t>Compose</a:t>
            </a:r>
            <a:r>
              <a:rPr lang="es-MX" sz="2400" spc="-80" dirty="0"/>
              <a:t> para ejecutar todos los servicios de manera integrada, permitiendo que se comuniquen entre sí dentro de una misma red.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93BB1B72-AF51-1CC3-84A8-67391A9C7FB2}"/>
              </a:ext>
            </a:extLst>
          </p:cNvPr>
          <p:cNvSpPr/>
          <p:nvPr/>
        </p:nvSpPr>
        <p:spPr>
          <a:xfrm>
            <a:off x="13310795" y="9395893"/>
            <a:ext cx="4824805" cy="624407"/>
          </a:xfrm>
          <a:custGeom>
            <a:avLst/>
            <a:gdLst/>
            <a:ahLst/>
            <a:cxnLst/>
            <a:rect l="l" t="t" r="r" b="b"/>
            <a:pathLst>
              <a:path w="3248025" h="468629">
                <a:moveTo>
                  <a:pt x="1950237" y="389246"/>
                </a:moveTo>
                <a:lnTo>
                  <a:pt x="1930930" y="389246"/>
                </a:lnTo>
                <a:lnTo>
                  <a:pt x="1994366" y="452682"/>
                </a:lnTo>
                <a:lnTo>
                  <a:pt x="3173672" y="452682"/>
                </a:lnTo>
                <a:lnTo>
                  <a:pt x="3176809" y="458957"/>
                </a:lnTo>
                <a:lnTo>
                  <a:pt x="3181680" y="463914"/>
                </a:lnTo>
                <a:lnTo>
                  <a:pt x="3187885" y="467170"/>
                </a:lnTo>
                <a:lnTo>
                  <a:pt x="3195025" y="468341"/>
                </a:lnTo>
                <a:lnTo>
                  <a:pt x="3203746" y="466576"/>
                </a:lnTo>
                <a:lnTo>
                  <a:pt x="3210873" y="461768"/>
                </a:lnTo>
                <a:lnTo>
                  <a:pt x="3215682" y="454641"/>
                </a:lnTo>
                <a:lnTo>
                  <a:pt x="3217446" y="445920"/>
                </a:lnTo>
                <a:lnTo>
                  <a:pt x="3216078" y="439158"/>
                </a:lnTo>
                <a:lnTo>
                  <a:pt x="2000149" y="439158"/>
                </a:lnTo>
                <a:lnTo>
                  <a:pt x="1950237" y="389246"/>
                </a:lnTo>
                <a:close/>
              </a:path>
              <a:path w="3248025" h="468629">
                <a:moveTo>
                  <a:pt x="3195025" y="423499"/>
                </a:moveTo>
                <a:lnTo>
                  <a:pt x="3187848" y="424670"/>
                </a:lnTo>
                <a:lnTo>
                  <a:pt x="3181646" y="427926"/>
                </a:lnTo>
                <a:lnTo>
                  <a:pt x="3176796" y="432883"/>
                </a:lnTo>
                <a:lnTo>
                  <a:pt x="3173672" y="439158"/>
                </a:lnTo>
                <a:lnTo>
                  <a:pt x="3216078" y="439158"/>
                </a:lnTo>
                <a:lnTo>
                  <a:pt x="3195025" y="423499"/>
                </a:lnTo>
                <a:close/>
              </a:path>
              <a:path w="3248025" h="468629">
                <a:moveTo>
                  <a:pt x="1147759" y="389246"/>
                </a:moveTo>
                <a:lnTo>
                  <a:pt x="1132151" y="389246"/>
                </a:lnTo>
                <a:lnTo>
                  <a:pt x="1112044" y="424033"/>
                </a:lnTo>
                <a:lnTo>
                  <a:pt x="161926" y="424033"/>
                </a:lnTo>
                <a:lnTo>
                  <a:pt x="161926" y="437646"/>
                </a:lnTo>
                <a:lnTo>
                  <a:pt x="1119873" y="437646"/>
                </a:lnTo>
                <a:lnTo>
                  <a:pt x="1147759" y="389246"/>
                </a:lnTo>
                <a:close/>
              </a:path>
              <a:path w="3248025" h="468629">
                <a:moveTo>
                  <a:pt x="22420" y="360064"/>
                </a:moveTo>
                <a:lnTo>
                  <a:pt x="13700" y="361828"/>
                </a:lnTo>
                <a:lnTo>
                  <a:pt x="6572" y="366636"/>
                </a:lnTo>
                <a:lnTo>
                  <a:pt x="1764" y="373764"/>
                </a:lnTo>
                <a:lnTo>
                  <a:pt x="0" y="382484"/>
                </a:lnTo>
                <a:lnTo>
                  <a:pt x="1764" y="391205"/>
                </a:lnTo>
                <a:lnTo>
                  <a:pt x="6572" y="398332"/>
                </a:lnTo>
                <a:lnTo>
                  <a:pt x="13700" y="403140"/>
                </a:lnTo>
                <a:lnTo>
                  <a:pt x="22420" y="404905"/>
                </a:lnTo>
                <a:lnTo>
                  <a:pt x="29598" y="403734"/>
                </a:lnTo>
                <a:lnTo>
                  <a:pt x="35799" y="400478"/>
                </a:lnTo>
                <a:lnTo>
                  <a:pt x="40649" y="395521"/>
                </a:lnTo>
                <a:lnTo>
                  <a:pt x="43773" y="389246"/>
                </a:lnTo>
                <a:lnTo>
                  <a:pt x="2986923" y="389246"/>
                </a:lnTo>
                <a:lnTo>
                  <a:pt x="2986923" y="375811"/>
                </a:lnTo>
                <a:lnTo>
                  <a:pt x="43817" y="375811"/>
                </a:lnTo>
                <a:lnTo>
                  <a:pt x="40637" y="369447"/>
                </a:lnTo>
                <a:lnTo>
                  <a:pt x="35766" y="364490"/>
                </a:lnTo>
                <a:lnTo>
                  <a:pt x="29560" y="361234"/>
                </a:lnTo>
                <a:lnTo>
                  <a:pt x="22420" y="360064"/>
                </a:lnTo>
                <a:close/>
              </a:path>
              <a:path w="3248025" h="468629">
                <a:moveTo>
                  <a:pt x="1244521" y="222070"/>
                </a:moveTo>
                <a:lnTo>
                  <a:pt x="1228722" y="222070"/>
                </a:lnTo>
                <a:lnTo>
                  <a:pt x="1139929" y="375811"/>
                </a:lnTo>
                <a:lnTo>
                  <a:pt x="1155817" y="375811"/>
                </a:lnTo>
                <a:lnTo>
                  <a:pt x="1244521" y="222070"/>
                </a:lnTo>
                <a:close/>
              </a:path>
              <a:path w="3248025" h="468629">
                <a:moveTo>
                  <a:pt x="1782972" y="222070"/>
                </a:moveTo>
                <a:lnTo>
                  <a:pt x="1763576" y="222070"/>
                </a:lnTo>
                <a:lnTo>
                  <a:pt x="1917317" y="375811"/>
                </a:lnTo>
                <a:lnTo>
                  <a:pt x="1936713" y="375811"/>
                </a:lnTo>
                <a:lnTo>
                  <a:pt x="1782972" y="222070"/>
                </a:lnTo>
                <a:close/>
              </a:path>
              <a:path w="3248025" h="468629">
                <a:moveTo>
                  <a:pt x="915011" y="222070"/>
                </a:moveTo>
                <a:lnTo>
                  <a:pt x="899264" y="222070"/>
                </a:lnTo>
                <a:lnTo>
                  <a:pt x="881432" y="252943"/>
                </a:lnTo>
                <a:lnTo>
                  <a:pt x="200984" y="252943"/>
                </a:lnTo>
                <a:lnTo>
                  <a:pt x="200984" y="266644"/>
                </a:lnTo>
                <a:lnTo>
                  <a:pt x="889261" y="266644"/>
                </a:lnTo>
                <a:lnTo>
                  <a:pt x="915011" y="222070"/>
                </a:lnTo>
                <a:close/>
              </a:path>
              <a:path w="3248025" h="468629">
                <a:moveTo>
                  <a:pt x="148936" y="192799"/>
                </a:moveTo>
                <a:lnTo>
                  <a:pt x="140216" y="194563"/>
                </a:lnTo>
                <a:lnTo>
                  <a:pt x="133088" y="199371"/>
                </a:lnTo>
                <a:lnTo>
                  <a:pt x="128280" y="206499"/>
                </a:lnTo>
                <a:lnTo>
                  <a:pt x="126516" y="215219"/>
                </a:lnTo>
                <a:lnTo>
                  <a:pt x="128280" y="223940"/>
                </a:lnTo>
                <a:lnTo>
                  <a:pt x="133088" y="231067"/>
                </a:lnTo>
                <a:lnTo>
                  <a:pt x="140216" y="235876"/>
                </a:lnTo>
                <a:lnTo>
                  <a:pt x="148936" y="237640"/>
                </a:lnTo>
                <a:lnTo>
                  <a:pt x="156114" y="236469"/>
                </a:lnTo>
                <a:lnTo>
                  <a:pt x="162315" y="233214"/>
                </a:lnTo>
                <a:lnTo>
                  <a:pt x="167166" y="228256"/>
                </a:lnTo>
                <a:lnTo>
                  <a:pt x="170245" y="222070"/>
                </a:lnTo>
                <a:lnTo>
                  <a:pt x="3247251" y="222070"/>
                </a:lnTo>
                <a:lnTo>
                  <a:pt x="3247251" y="208458"/>
                </a:lnTo>
                <a:lnTo>
                  <a:pt x="170289" y="208458"/>
                </a:lnTo>
                <a:lnTo>
                  <a:pt x="167153" y="202183"/>
                </a:lnTo>
                <a:lnTo>
                  <a:pt x="162282" y="197225"/>
                </a:lnTo>
                <a:lnTo>
                  <a:pt x="156076" y="193969"/>
                </a:lnTo>
                <a:lnTo>
                  <a:pt x="148936" y="192799"/>
                </a:lnTo>
                <a:close/>
              </a:path>
              <a:path w="3248025" h="468629">
                <a:moveTo>
                  <a:pt x="1996679" y="0"/>
                </a:moveTo>
                <a:lnTo>
                  <a:pt x="1027522" y="0"/>
                </a:lnTo>
                <a:lnTo>
                  <a:pt x="907144" y="208458"/>
                </a:lnTo>
                <a:lnTo>
                  <a:pt x="922878" y="208458"/>
                </a:lnTo>
                <a:lnTo>
                  <a:pt x="1035440" y="13523"/>
                </a:lnTo>
                <a:lnTo>
                  <a:pt x="2010202" y="13523"/>
                </a:lnTo>
                <a:lnTo>
                  <a:pt x="1996679" y="0"/>
                </a:lnTo>
                <a:close/>
              </a:path>
              <a:path w="3248025" h="468629">
                <a:moveTo>
                  <a:pt x="1691599" y="130697"/>
                </a:moveTo>
                <a:lnTo>
                  <a:pt x="1281444" y="130697"/>
                </a:lnTo>
                <a:lnTo>
                  <a:pt x="1236589" y="208458"/>
                </a:lnTo>
                <a:lnTo>
                  <a:pt x="1252299" y="208458"/>
                </a:lnTo>
                <a:lnTo>
                  <a:pt x="1289273" y="144488"/>
                </a:lnTo>
                <a:lnTo>
                  <a:pt x="1705389" y="144488"/>
                </a:lnTo>
                <a:lnTo>
                  <a:pt x="1691599" y="130697"/>
                </a:lnTo>
                <a:close/>
              </a:path>
              <a:path w="3248025" h="468629">
                <a:moveTo>
                  <a:pt x="1705389" y="144488"/>
                </a:moveTo>
                <a:lnTo>
                  <a:pt x="1685994" y="144488"/>
                </a:lnTo>
                <a:lnTo>
                  <a:pt x="1749964" y="208458"/>
                </a:lnTo>
                <a:lnTo>
                  <a:pt x="1769359" y="208458"/>
                </a:lnTo>
                <a:lnTo>
                  <a:pt x="1705389" y="144488"/>
                </a:lnTo>
                <a:close/>
              </a:path>
              <a:path w="3248025" h="468629">
                <a:moveTo>
                  <a:pt x="2010202" y="13523"/>
                </a:moveTo>
                <a:lnTo>
                  <a:pt x="1990985" y="13523"/>
                </a:lnTo>
                <a:lnTo>
                  <a:pt x="2124975" y="147513"/>
                </a:lnTo>
                <a:lnTo>
                  <a:pt x="3203655" y="147513"/>
                </a:lnTo>
                <a:lnTo>
                  <a:pt x="3206791" y="153788"/>
                </a:lnTo>
                <a:lnTo>
                  <a:pt x="3211663" y="158745"/>
                </a:lnTo>
                <a:lnTo>
                  <a:pt x="3217868" y="162001"/>
                </a:lnTo>
                <a:lnTo>
                  <a:pt x="3225008" y="163171"/>
                </a:lnTo>
                <a:lnTo>
                  <a:pt x="3233729" y="161407"/>
                </a:lnTo>
                <a:lnTo>
                  <a:pt x="3240856" y="156599"/>
                </a:lnTo>
                <a:lnTo>
                  <a:pt x="3245665" y="149471"/>
                </a:lnTo>
                <a:lnTo>
                  <a:pt x="3247429" y="140751"/>
                </a:lnTo>
                <a:lnTo>
                  <a:pt x="3246061" y="133989"/>
                </a:lnTo>
                <a:lnTo>
                  <a:pt x="2130669" y="133989"/>
                </a:lnTo>
                <a:lnTo>
                  <a:pt x="2010202" y="13523"/>
                </a:lnTo>
                <a:close/>
              </a:path>
              <a:path w="3248025" h="468629">
                <a:moveTo>
                  <a:pt x="3225008" y="118330"/>
                </a:moveTo>
                <a:lnTo>
                  <a:pt x="3217831" y="119501"/>
                </a:lnTo>
                <a:lnTo>
                  <a:pt x="3211629" y="122757"/>
                </a:lnTo>
                <a:lnTo>
                  <a:pt x="3206779" y="127714"/>
                </a:lnTo>
                <a:lnTo>
                  <a:pt x="3203655" y="133989"/>
                </a:lnTo>
                <a:lnTo>
                  <a:pt x="3246061" y="133989"/>
                </a:lnTo>
                <a:lnTo>
                  <a:pt x="3245664" y="132030"/>
                </a:lnTo>
                <a:lnTo>
                  <a:pt x="3240856" y="124903"/>
                </a:lnTo>
                <a:lnTo>
                  <a:pt x="3233729" y="120094"/>
                </a:lnTo>
                <a:lnTo>
                  <a:pt x="3225008" y="118330"/>
                </a:lnTo>
                <a:close/>
              </a:path>
              <a:path w="3248025" h="468629">
                <a:moveTo>
                  <a:pt x="2202379" y="17260"/>
                </a:moveTo>
                <a:lnTo>
                  <a:pt x="2094547" y="17260"/>
                </a:lnTo>
                <a:lnTo>
                  <a:pt x="2177379" y="100091"/>
                </a:lnTo>
                <a:lnTo>
                  <a:pt x="2285211" y="100091"/>
                </a:lnTo>
                <a:lnTo>
                  <a:pt x="2202379" y="17260"/>
                </a:lnTo>
                <a:close/>
              </a:path>
              <a:path w="3248025" h="468629">
                <a:moveTo>
                  <a:pt x="2303628" y="17260"/>
                </a:moveTo>
                <a:lnTo>
                  <a:pt x="2234053" y="17260"/>
                </a:lnTo>
                <a:lnTo>
                  <a:pt x="2316885" y="100091"/>
                </a:lnTo>
                <a:lnTo>
                  <a:pt x="2386460" y="100091"/>
                </a:lnTo>
                <a:lnTo>
                  <a:pt x="2303628" y="17260"/>
                </a:lnTo>
                <a:close/>
              </a:path>
              <a:path w="3248025" h="468629">
                <a:moveTo>
                  <a:pt x="2404699" y="17260"/>
                </a:moveTo>
                <a:lnTo>
                  <a:pt x="2335124" y="17260"/>
                </a:lnTo>
                <a:lnTo>
                  <a:pt x="2417955" y="100091"/>
                </a:lnTo>
                <a:lnTo>
                  <a:pt x="2487531" y="100091"/>
                </a:lnTo>
                <a:lnTo>
                  <a:pt x="2404699" y="17260"/>
                </a:lnTo>
                <a:close/>
              </a:path>
              <a:path w="3248025" h="468629">
                <a:moveTo>
                  <a:pt x="2544027" y="17260"/>
                </a:moveTo>
                <a:lnTo>
                  <a:pt x="2436194" y="17260"/>
                </a:lnTo>
                <a:lnTo>
                  <a:pt x="2519026" y="100091"/>
                </a:lnTo>
                <a:lnTo>
                  <a:pt x="2626858" y="100091"/>
                </a:lnTo>
                <a:lnTo>
                  <a:pt x="2544027" y="17260"/>
                </a:lnTo>
                <a:close/>
              </a:path>
            </a:pathLst>
          </a:custGeom>
          <a:solidFill>
            <a:srgbClr val="37B5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/>
          <p:nvPr/>
        </p:nvSpPr>
        <p:spPr>
          <a:xfrm>
            <a:off x="6324600" y="2171700"/>
            <a:ext cx="11226373" cy="696742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1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REGISTRO</a:t>
            </a:r>
            <a:r>
              <a:rPr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USUARIOS.</a:t>
            </a:r>
            <a:endParaRPr lang="es-CO"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INICIO</a:t>
            </a:r>
            <a:r>
              <a:rPr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SESIÓN</a:t>
            </a:r>
            <a:r>
              <a:rPr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MEDIANTE</a:t>
            </a:r>
            <a:r>
              <a:rPr sz="2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AUTENTICACIÓN</a:t>
            </a:r>
            <a:r>
              <a:rPr sz="2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CON</a:t>
            </a:r>
            <a:r>
              <a:rPr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JWT.</a:t>
            </a:r>
            <a:endParaRPr lang="es-CO"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CREACIÓN</a:t>
            </a:r>
            <a:r>
              <a:rPr sz="2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AUTOMÁTICA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UN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USUARIO</a:t>
            </a:r>
            <a:r>
              <a:rPr sz="2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ADMINISTRADOR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AL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INICIAR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EL</a:t>
            </a:r>
            <a:r>
              <a:rPr lang="es-CO"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SISTEMA.</a:t>
            </a:r>
            <a:endParaRPr lang="es-CO" sz="24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Font typeface="Wingdings" panose="05000000000000000000" pitchFamily="2" charset="2"/>
              <a:buChar char="v"/>
            </a:pP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GESTIÓN</a:t>
            </a:r>
            <a:r>
              <a:rPr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TAREAS:</a:t>
            </a:r>
            <a:endParaRPr lang="es-CO" sz="24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Font typeface="Wingdings" panose="05000000000000000000" pitchFamily="2" charset="2"/>
              <a:buChar char="v"/>
            </a:pPr>
            <a:endParaRPr lang="es-CO" sz="24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Font typeface="Wingdings" panose="05000000000000000000" pitchFamily="2" charset="2"/>
              <a:buChar char="v"/>
            </a:pPr>
            <a:endParaRPr lang="es-CO" sz="24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endParaRPr lang="es-CO" sz="24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endParaRPr lang="es-CO" sz="24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Font typeface="Wingdings" panose="05000000000000000000" pitchFamily="2" charset="2"/>
              <a:buChar char="v"/>
            </a:pPr>
            <a:endParaRPr lang="es-CO" sz="24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355600" marR="845819" indent="-342900">
              <a:lnSpc>
                <a:spcPts val="285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ENVÍO</a:t>
            </a:r>
            <a:r>
              <a:rPr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NOTIFICACIONES</a:t>
            </a:r>
            <a:r>
              <a:rPr sz="2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TAREAS</a:t>
            </a:r>
            <a:r>
              <a:rPr sz="2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PENDIENTES</a:t>
            </a:r>
            <a:r>
              <a:rPr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MEDIANTE</a:t>
            </a:r>
            <a:r>
              <a:rPr lang="es-CO" sz="2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TELEGRAM.</a:t>
            </a:r>
            <a:endParaRPr lang="es-CO" sz="2400" spc="-25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355600" marR="845819" indent="-342900">
              <a:lnSpc>
                <a:spcPts val="285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COMUNICACIÓN</a:t>
            </a:r>
            <a:r>
              <a:rPr sz="2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ENTRE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SERVICIOS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MEDIANTE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REST.</a:t>
            </a:r>
            <a:endParaRPr lang="es-CO" sz="2400" dirty="0">
              <a:latin typeface="Arial MT"/>
              <a:cs typeface="Arial MT"/>
            </a:endParaRPr>
          </a:p>
          <a:p>
            <a:pPr marL="355600" marR="845819" indent="-342900">
              <a:lnSpc>
                <a:spcPts val="285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CONTROL</a:t>
            </a:r>
            <a:r>
              <a:rPr sz="2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ACCESO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BASADO</a:t>
            </a:r>
            <a:r>
              <a:rPr sz="2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EN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ROLES</a:t>
            </a:r>
            <a:r>
              <a:rPr sz="2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(ADMIN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2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USUARIO).</a:t>
            </a:r>
            <a:endParaRPr lang="es-CO" sz="24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355600" marR="845819" indent="-342900">
              <a:lnSpc>
                <a:spcPts val="285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CONTENERIZACIÓN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COMPLETA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DEL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SISTEMA</a:t>
            </a:r>
            <a:r>
              <a:rPr sz="24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Arial MT"/>
                <a:cs typeface="Arial MT"/>
              </a:rPr>
              <a:t>UTILIZANDO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DOCKER.</a:t>
            </a:r>
            <a:endParaRPr lang="es-CO" sz="24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355600" marR="845819" indent="-342900">
              <a:lnSpc>
                <a:spcPts val="2850"/>
              </a:lnSpc>
              <a:buFont typeface="Wingdings" panose="05000000000000000000" pitchFamily="2" charset="2"/>
              <a:buChar char="v"/>
            </a:pP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PERSISTENCIA</a:t>
            </a:r>
            <a:r>
              <a:rPr sz="24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DATOS</a:t>
            </a:r>
            <a:r>
              <a:rPr sz="2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70" dirty="0">
                <a:solidFill>
                  <a:srgbClr val="FFFFFF"/>
                </a:solidFill>
                <a:latin typeface="Arial MT"/>
                <a:cs typeface="Arial MT"/>
              </a:rPr>
              <a:t>MEDIANTE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BASES</a:t>
            </a:r>
            <a:r>
              <a:rPr sz="2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DATOS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SQLITE.</a:t>
            </a:r>
            <a:endParaRPr lang="es-CO" sz="2400" spc="-10" dirty="0">
              <a:solidFill>
                <a:srgbClr val="FFFFFF"/>
              </a:solidFill>
              <a:latin typeface="Arial MT"/>
              <a:cs typeface="Arial MT"/>
            </a:endParaRPr>
          </a:p>
        </p:txBody>
      </p:sp>
      <p:sp>
        <p:nvSpPr>
          <p:cNvPr id="37" name="object 3" descr="$PPTXTitle">
            <a:extLst>
              <a:ext uri="{FF2B5EF4-FFF2-40B4-BE49-F238E27FC236}">
                <a16:creationId xmlns:a16="http://schemas.microsoft.com/office/drawing/2014/main" id="{F39641BE-E8B7-90A8-0060-77704E3BA24C}"/>
              </a:ext>
            </a:extLst>
          </p:cNvPr>
          <p:cNvSpPr txBox="1">
            <a:spLocks/>
          </p:cNvSpPr>
          <p:nvPr/>
        </p:nvSpPr>
        <p:spPr>
          <a:xfrm>
            <a:off x="7370602" y="718275"/>
            <a:ext cx="9134367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s-CO" sz="5500" spc="-265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Arial MT"/>
              </a:rPr>
              <a:t>Funcionalidades implementadas</a:t>
            </a:r>
            <a:endParaRPr lang="es-CO" sz="5500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Arial MT"/>
            </a:endParaRPr>
          </a:p>
        </p:txBody>
      </p:sp>
      <p:grpSp>
        <p:nvGrpSpPr>
          <p:cNvPr id="29" name="object 2">
            <a:extLst>
              <a:ext uri="{FF2B5EF4-FFF2-40B4-BE49-F238E27FC236}">
                <a16:creationId xmlns:a16="http://schemas.microsoft.com/office/drawing/2014/main" id="{49A7AC0B-B556-E937-0836-613120A72BB1}"/>
              </a:ext>
            </a:extLst>
          </p:cNvPr>
          <p:cNvGrpSpPr/>
          <p:nvPr/>
        </p:nvGrpSpPr>
        <p:grpSpPr>
          <a:xfrm>
            <a:off x="152400" y="1333500"/>
            <a:ext cx="17983200" cy="8686800"/>
            <a:chOff x="1040972" y="3212804"/>
            <a:chExt cx="12106164" cy="6519615"/>
          </a:xfrm>
        </p:grpSpPr>
        <p:pic>
          <p:nvPicPr>
            <p:cNvPr id="30" name="object 3">
              <a:extLst>
                <a:ext uri="{FF2B5EF4-FFF2-40B4-BE49-F238E27FC236}">
                  <a16:creationId xmlns:a16="http://schemas.microsoft.com/office/drawing/2014/main" id="{120574D2-7680-16FC-4A22-AC4EC553C1B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972" y="3212804"/>
              <a:ext cx="3334325" cy="3751239"/>
            </a:xfrm>
            <a:prstGeom prst="rect">
              <a:avLst/>
            </a:prstGeom>
          </p:spPr>
        </p:pic>
        <p:pic>
          <p:nvPicPr>
            <p:cNvPr id="31" name="object 4">
              <a:extLst>
                <a:ext uri="{FF2B5EF4-FFF2-40B4-BE49-F238E27FC236}">
                  <a16:creationId xmlns:a16="http://schemas.microsoft.com/office/drawing/2014/main" id="{9C909495-A857-AC43-AF54-44EC5E1D3B1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8015" y="5674613"/>
              <a:ext cx="2462685" cy="3028393"/>
            </a:xfrm>
            <a:prstGeom prst="rect">
              <a:avLst/>
            </a:prstGeom>
          </p:spPr>
        </p:pic>
        <p:sp>
          <p:nvSpPr>
            <p:cNvPr id="32" name="object 5">
              <a:extLst>
                <a:ext uri="{FF2B5EF4-FFF2-40B4-BE49-F238E27FC236}">
                  <a16:creationId xmlns:a16="http://schemas.microsoft.com/office/drawing/2014/main" id="{74E4DD5B-62C8-E94A-FC67-4E1B85473E23}"/>
                </a:ext>
              </a:extLst>
            </p:cNvPr>
            <p:cNvSpPr/>
            <p:nvPr/>
          </p:nvSpPr>
          <p:spPr>
            <a:xfrm>
              <a:off x="9899111" y="9263789"/>
              <a:ext cx="3248025" cy="468630"/>
            </a:xfrm>
            <a:custGeom>
              <a:avLst/>
              <a:gdLst/>
              <a:ahLst/>
              <a:cxnLst/>
              <a:rect l="l" t="t" r="r" b="b"/>
              <a:pathLst>
                <a:path w="3248025" h="468629">
                  <a:moveTo>
                    <a:pt x="1950237" y="389246"/>
                  </a:moveTo>
                  <a:lnTo>
                    <a:pt x="1930930" y="389246"/>
                  </a:lnTo>
                  <a:lnTo>
                    <a:pt x="1994366" y="452682"/>
                  </a:lnTo>
                  <a:lnTo>
                    <a:pt x="3173672" y="452682"/>
                  </a:lnTo>
                  <a:lnTo>
                    <a:pt x="3176809" y="458957"/>
                  </a:lnTo>
                  <a:lnTo>
                    <a:pt x="3181680" y="463914"/>
                  </a:lnTo>
                  <a:lnTo>
                    <a:pt x="3187885" y="467170"/>
                  </a:lnTo>
                  <a:lnTo>
                    <a:pt x="3195025" y="468341"/>
                  </a:lnTo>
                  <a:lnTo>
                    <a:pt x="3203746" y="466576"/>
                  </a:lnTo>
                  <a:lnTo>
                    <a:pt x="3210873" y="461768"/>
                  </a:lnTo>
                  <a:lnTo>
                    <a:pt x="3215682" y="454641"/>
                  </a:lnTo>
                  <a:lnTo>
                    <a:pt x="3217446" y="445920"/>
                  </a:lnTo>
                  <a:lnTo>
                    <a:pt x="3216078" y="439158"/>
                  </a:lnTo>
                  <a:lnTo>
                    <a:pt x="2000149" y="439158"/>
                  </a:lnTo>
                  <a:lnTo>
                    <a:pt x="1950237" y="389246"/>
                  </a:lnTo>
                  <a:close/>
                </a:path>
                <a:path w="3248025" h="468629">
                  <a:moveTo>
                    <a:pt x="3195025" y="423499"/>
                  </a:moveTo>
                  <a:lnTo>
                    <a:pt x="3187848" y="424670"/>
                  </a:lnTo>
                  <a:lnTo>
                    <a:pt x="3181646" y="427926"/>
                  </a:lnTo>
                  <a:lnTo>
                    <a:pt x="3176796" y="432883"/>
                  </a:lnTo>
                  <a:lnTo>
                    <a:pt x="3173672" y="439158"/>
                  </a:lnTo>
                  <a:lnTo>
                    <a:pt x="3216078" y="439158"/>
                  </a:lnTo>
                  <a:lnTo>
                    <a:pt x="3195025" y="423499"/>
                  </a:lnTo>
                  <a:close/>
                </a:path>
                <a:path w="3248025" h="468629">
                  <a:moveTo>
                    <a:pt x="1147759" y="389246"/>
                  </a:moveTo>
                  <a:lnTo>
                    <a:pt x="1132151" y="389246"/>
                  </a:lnTo>
                  <a:lnTo>
                    <a:pt x="1112044" y="424033"/>
                  </a:lnTo>
                  <a:lnTo>
                    <a:pt x="161926" y="424033"/>
                  </a:lnTo>
                  <a:lnTo>
                    <a:pt x="161926" y="437646"/>
                  </a:lnTo>
                  <a:lnTo>
                    <a:pt x="1119873" y="437646"/>
                  </a:lnTo>
                  <a:lnTo>
                    <a:pt x="1147759" y="389246"/>
                  </a:lnTo>
                  <a:close/>
                </a:path>
                <a:path w="3248025" h="468629">
                  <a:moveTo>
                    <a:pt x="22420" y="360064"/>
                  </a:moveTo>
                  <a:lnTo>
                    <a:pt x="13700" y="361828"/>
                  </a:lnTo>
                  <a:lnTo>
                    <a:pt x="6572" y="366636"/>
                  </a:lnTo>
                  <a:lnTo>
                    <a:pt x="1764" y="373764"/>
                  </a:lnTo>
                  <a:lnTo>
                    <a:pt x="0" y="382484"/>
                  </a:lnTo>
                  <a:lnTo>
                    <a:pt x="1764" y="391205"/>
                  </a:lnTo>
                  <a:lnTo>
                    <a:pt x="6572" y="398332"/>
                  </a:lnTo>
                  <a:lnTo>
                    <a:pt x="13700" y="403140"/>
                  </a:lnTo>
                  <a:lnTo>
                    <a:pt x="22420" y="404905"/>
                  </a:lnTo>
                  <a:lnTo>
                    <a:pt x="29598" y="403734"/>
                  </a:lnTo>
                  <a:lnTo>
                    <a:pt x="35799" y="400478"/>
                  </a:lnTo>
                  <a:lnTo>
                    <a:pt x="40649" y="395521"/>
                  </a:lnTo>
                  <a:lnTo>
                    <a:pt x="43773" y="389246"/>
                  </a:lnTo>
                  <a:lnTo>
                    <a:pt x="2986923" y="389246"/>
                  </a:lnTo>
                  <a:lnTo>
                    <a:pt x="2986923" y="375811"/>
                  </a:lnTo>
                  <a:lnTo>
                    <a:pt x="43817" y="375811"/>
                  </a:lnTo>
                  <a:lnTo>
                    <a:pt x="40637" y="369447"/>
                  </a:lnTo>
                  <a:lnTo>
                    <a:pt x="35766" y="364490"/>
                  </a:lnTo>
                  <a:lnTo>
                    <a:pt x="29560" y="361234"/>
                  </a:lnTo>
                  <a:lnTo>
                    <a:pt x="22420" y="360064"/>
                  </a:lnTo>
                  <a:close/>
                </a:path>
                <a:path w="3248025" h="468629">
                  <a:moveTo>
                    <a:pt x="1244521" y="222070"/>
                  </a:moveTo>
                  <a:lnTo>
                    <a:pt x="1228722" y="222070"/>
                  </a:lnTo>
                  <a:lnTo>
                    <a:pt x="1139929" y="375811"/>
                  </a:lnTo>
                  <a:lnTo>
                    <a:pt x="1155817" y="375811"/>
                  </a:lnTo>
                  <a:lnTo>
                    <a:pt x="1244521" y="222070"/>
                  </a:lnTo>
                  <a:close/>
                </a:path>
                <a:path w="3248025" h="468629">
                  <a:moveTo>
                    <a:pt x="1782972" y="222070"/>
                  </a:moveTo>
                  <a:lnTo>
                    <a:pt x="1763576" y="222070"/>
                  </a:lnTo>
                  <a:lnTo>
                    <a:pt x="1917317" y="375811"/>
                  </a:lnTo>
                  <a:lnTo>
                    <a:pt x="1936713" y="375811"/>
                  </a:lnTo>
                  <a:lnTo>
                    <a:pt x="1782972" y="222070"/>
                  </a:lnTo>
                  <a:close/>
                </a:path>
                <a:path w="3248025" h="468629">
                  <a:moveTo>
                    <a:pt x="915011" y="222070"/>
                  </a:moveTo>
                  <a:lnTo>
                    <a:pt x="899264" y="222070"/>
                  </a:lnTo>
                  <a:lnTo>
                    <a:pt x="881432" y="252943"/>
                  </a:lnTo>
                  <a:lnTo>
                    <a:pt x="200984" y="252943"/>
                  </a:lnTo>
                  <a:lnTo>
                    <a:pt x="200984" y="266644"/>
                  </a:lnTo>
                  <a:lnTo>
                    <a:pt x="889261" y="266644"/>
                  </a:lnTo>
                  <a:lnTo>
                    <a:pt x="915011" y="222070"/>
                  </a:lnTo>
                  <a:close/>
                </a:path>
                <a:path w="3248025" h="468629">
                  <a:moveTo>
                    <a:pt x="148936" y="192799"/>
                  </a:moveTo>
                  <a:lnTo>
                    <a:pt x="140216" y="194563"/>
                  </a:lnTo>
                  <a:lnTo>
                    <a:pt x="133088" y="199371"/>
                  </a:lnTo>
                  <a:lnTo>
                    <a:pt x="128280" y="206499"/>
                  </a:lnTo>
                  <a:lnTo>
                    <a:pt x="126516" y="215219"/>
                  </a:lnTo>
                  <a:lnTo>
                    <a:pt x="128280" y="223940"/>
                  </a:lnTo>
                  <a:lnTo>
                    <a:pt x="133088" y="231067"/>
                  </a:lnTo>
                  <a:lnTo>
                    <a:pt x="140216" y="235876"/>
                  </a:lnTo>
                  <a:lnTo>
                    <a:pt x="148936" y="237640"/>
                  </a:lnTo>
                  <a:lnTo>
                    <a:pt x="156114" y="236469"/>
                  </a:lnTo>
                  <a:lnTo>
                    <a:pt x="162315" y="233214"/>
                  </a:lnTo>
                  <a:lnTo>
                    <a:pt x="167166" y="228256"/>
                  </a:lnTo>
                  <a:lnTo>
                    <a:pt x="170245" y="222070"/>
                  </a:lnTo>
                  <a:lnTo>
                    <a:pt x="3247251" y="222070"/>
                  </a:lnTo>
                  <a:lnTo>
                    <a:pt x="3247251" y="208458"/>
                  </a:lnTo>
                  <a:lnTo>
                    <a:pt x="170289" y="208458"/>
                  </a:lnTo>
                  <a:lnTo>
                    <a:pt x="167153" y="202183"/>
                  </a:lnTo>
                  <a:lnTo>
                    <a:pt x="162282" y="197225"/>
                  </a:lnTo>
                  <a:lnTo>
                    <a:pt x="156076" y="193969"/>
                  </a:lnTo>
                  <a:lnTo>
                    <a:pt x="148936" y="192799"/>
                  </a:lnTo>
                  <a:close/>
                </a:path>
                <a:path w="3248025" h="468629">
                  <a:moveTo>
                    <a:pt x="1996679" y="0"/>
                  </a:moveTo>
                  <a:lnTo>
                    <a:pt x="1027522" y="0"/>
                  </a:lnTo>
                  <a:lnTo>
                    <a:pt x="907144" y="208458"/>
                  </a:lnTo>
                  <a:lnTo>
                    <a:pt x="922878" y="208458"/>
                  </a:lnTo>
                  <a:lnTo>
                    <a:pt x="1035440" y="13523"/>
                  </a:lnTo>
                  <a:lnTo>
                    <a:pt x="2010202" y="13523"/>
                  </a:lnTo>
                  <a:lnTo>
                    <a:pt x="1996679" y="0"/>
                  </a:lnTo>
                  <a:close/>
                </a:path>
                <a:path w="3248025" h="468629">
                  <a:moveTo>
                    <a:pt x="1691599" y="130697"/>
                  </a:moveTo>
                  <a:lnTo>
                    <a:pt x="1281444" y="130697"/>
                  </a:lnTo>
                  <a:lnTo>
                    <a:pt x="1236589" y="208458"/>
                  </a:lnTo>
                  <a:lnTo>
                    <a:pt x="1252299" y="208458"/>
                  </a:lnTo>
                  <a:lnTo>
                    <a:pt x="1289273" y="144488"/>
                  </a:lnTo>
                  <a:lnTo>
                    <a:pt x="1705389" y="144488"/>
                  </a:lnTo>
                  <a:lnTo>
                    <a:pt x="1691599" y="130697"/>
                  </a:lnTo>
                  <a:close/>
                </a:path>
                <a:path w="3248025" h="468629">
                  <a:moveTo>
                    <a:pt x="1705389" y="144488"/>
                  </a:moveTo>
                  <a:lnTo>
                    <a:pt x="1685994" y="144488"/>
                  </a:lnTo>
                  <a:lnTo>
                    <a:pt x="1749964" y="208458"/>
                  </a:lnTo>
                  <a:lnTo>
                    <a:pt x="1769359" y="208458"/>
                  </a:lnTo>
                  <a:lnTo>
                    <a:pt x="1705389" y="144488"/>
                  </a:lnTo>
                  <a:close/>
                </a:path>
                <a:path w="3248025" h="468629">
                  <a:moveTo>
                    <a:pt x="2010202" y="13523"/>
                  </a:moveTo>
                  <a:lnTo>
                    <a:pt x="1990985" y="13523"/>
                  </a:lnTo>
                  <a:lnTo>
                    <a:pt x="2124975" y="147513"/>
                  </a:lnTo>
                  <a:lnTo>
                    <a:pt x="3203655" y="147513"/>
                  </a:lnTo>
                  <a:lnTo>
                    <a:pt x="3206791" y="153788"/>
                  </a:lnTo>
                  <a:lnTo>
                    <a:pt x="3211663" y="158745"/>
                  </a:lnTo>
                  <a:lnTo>
                    <a:pt x="3217868" y="162001"/>
                  </a:lnTo>
                  <a:lnTo>
                    <a:pt x="3225008" y="163171"/>
                  </a:lnTo>
                  <a:lnTo>
                    <a:pt x="3233729" y="161407"/>
                  </a:lnTo>
                  <a:lnTo>
                    <a:pt x="3240856" y="156599"/>
                  </a:lnTo>
                  <a:lnTo>
                    <a:pt x="3245665" y="149471"/>
                  </a:lnTo>
                  <a:lnTo>
                    <a:pt x="3247429" y="140751"/>
                  </a:lnTo>
                  <a:lnTo>
                    <a:pt x="3246061" y="133989"/>
                  </a:lnTo>
                  <a:lnTo>
                    <a:pt x="2130669" y="133989"/>
                  </a:lnTo>
                  <a:lnTo>
                    <a:pt x="2010202" y="13523"/>
                  </a:lnTo>
                  <a:close/>
                </a:path>
                <a:path w="3248025" h="468629">
                  <a:moveTo>
                    <a:pt x="3225008" y="118330"/>
                  </a:moveTo>
                  <a:lnTo>
                    <a:pt x="3217831" y="119501"/>
                  </a:lnTo>
                  <a:lnTo>
                    <a:pt x="3211629" y="122757"/>
                  </a:lnTo>
                  <a:lnTo>
                    <a:pt x="3206779" y="127714"/>
                  </a:lnTo>
                  <a:lnTo>
                    <a:pt x="3203655" y="133989"/>
                  </a:lnTo>
                  <a:lnTo>
                    <a:pt x="3246061" y="133989"/>
                  </a:lnTo>
                  <a:lnTo>
                    <a:pt x="3245664" y="132030"/>
                  </a:lnTo>
                  <a:lnTo>
                    <a:pt x="3240856" y="124903"/>
                  </a:lnTo>
                  <a:lnTo>
                    <a:pt x="3233729" y="120094"/>
                  </a:lnTo>
                  <a:lnTo>
                    <a:pt x="3225008" y="118330"/>
                  </a:lnTo>
                  <a:close/>
                </a:path>
                <a:path w="3248025" h="468629">
                  <a:moveTo>
                    <a:pt x="2202379" y="17260"/>
                  </a:moveTo>
                  <a:lnTo>
                    <a:pt x="2094547" y="17260"/>
                  </a:lnTo>
                  <a:lnTo>
                    <a:pt x="2177379" y="100091"/>
                  </a:lnTo>
                  <a:lnTo>
                    <a:pt x="2285211" y="100091"/>
                  </a:lnTo>
                  <a:lnTo>
                    <a:pt x="2202379" y="17260"/>
                  </a:lnTo>
                  <a:close/>
                </a:path>
                <a:path w="3248025" h="468629">
                  <a:moveTo>
                    <a:pt x="2303628" y="17260"/>
                  </a:moveTo>
                  <a:lnTo>
                    <a:pt x="2234053" y="17260"/>
                  </a:lnTo>
                  <a:lnTo>
                    <a:pt x="2316885" y="100091"/>
                  </a:lnTo>
                  <a:lnTo>
                    <a:pt x="2386460" y="100091"/>
                  </a:lnTo>
                  <a:lnTo>
                    <a:pt x="2303628" y="17260"/>
                  </a:lnTo>
                  <a:close/>
                </a:path>
                <a:path w="3248025" h="468629">
                  <a:moveTo>
                    <a:pt x="2404699" y="17260"/>
                  </a:moveTo>
                  <a:lnTo>
                    <a:pt x="2335124" y="17260"/>
                  </a:lnTo>
                  <a:lnTo>
                    <a:pt x="2417955" y="100091"/>
                  </a:lnTo>
                  <a:lnTo>
                    <a:pt x="2487531" y="100091"/>
                  </a:lnTo>
                  <a:lnTo>
                    <a:pt x="2404699" y="17260"/>
                  </a:lnTo>
                  <a:close/>
                </a:path>
                <a:path w="3248025" h="468629">
                  <a:moveTo>
                    <a:pt x="2544027" y="17260"/>
                  </a:moveTo>
                  <a:lnTo>
                    <a:pt x="2436194" y="17260"/>
                  </a:lnTo>
                  <a:lnTo>
                    <a:pt x="2519026" y="100091"/>
                  </a:lnTo>
                  <a:lnTo>
                    <a:pt x="2626858" y="100091"/>
                  </a:lnTo>
                  <a:lnTo>
                    <a:pt x="2544027" y="17260"/>
                  </a:lnTo>
                  <a:close/>
                </a:path>
              </a:pathLst>
            </a:custGeom>
            <a:solidFill>
              <a:srgbClr val="37B5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507F932-8411-9DF9-B9B4-17C672AA6F5D}"/>
              </a:ext>
            </a:extLst>
          </p:cNvPr>
          <p:cNvSpPr txBox="1"/>
          <p:nvPr/>
        </p:nvSpPr>
        <p:spPr>
          <a:xfrm>
            <a:off x="7239000" y="4613639"/>
            <a:ext cx="9881440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lvl="6" indent="-342900" algn="l">
              <a:spcBef>
                <a:spcPts val="310"/>
              </a:spcBef>
              <a:buFont typeface="Arial" panose="020B0604020202020204" pitchFamily="34" charset="0"/>
              <a:buChar char="•"/>
            </a:pPr>
            <a:r>
              <a:rPr lang="es-MX" sz="2400" spc="-70" dirty="0">
                <a:solidFill>
                  <a:srgbClr val="FFFFFF"/>
                </a:solidFill>
                <a:latin typeface="Arial MT"/>
                <a:cs typeface="Arial MT"/>
              </a:rPr>
              <a:t>CREACIÓN</a:t>
            </a:r>
            <a:r>
              <a:rPr lang="es-MX"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65" dirty="0">
                <a:solidFill>
                  <a:srgbClr val="FFFFFF"/>
                </a:solidFill>
                <a:latin typeface="Arial MT"/>
                <a:cs typeface="Arial MT"/>
              </a:rPr>
              <a:t>TAREAS</a:t>
            </a:r>
            <a:r>
              <a:rPr lang="es-MX"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70" dirty="0">
                <a:solidFill>
                  <a:srgbClr val="FFFFFF"/>
                </a:solidFill>
                <a:latin typeface="Arial MT"/>
                <a:cs typeface="Arial MT"/>
              </a:rPr>
              <a:t>(SOLO</a:t>
            </a:r>
            <a:r>
              <a:rPr lang="es-MX"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60" dirty="0">
                <a:solidFill>
                  <a:srgbClr val="FFFFFF"/>
                </a:solidFill>
                <a:latin typeface="Arial MT"/>
                <a:cs typeface="Arial MT"/>
              </a:rPr>
              <a:t>ADMINISTRADOR) </a:t>
            </a:r>
          </a:p>
          <a:p>
            <a:pPr marL="355600" lvl="4" indent="-342900" algn="l">
              <a:spcBef>
                <a:spcPts val="310"/>
              </a:spcBef>
              <a:buFont typeface="Arial" panose="020B0604020202020204" pitchFamily="34" charset="0"/>
              <a:buChar char="•"/>
            </a:pPr>
            <a:r>
              <a:rPr lang="es-MX" sz="2400" spc="-70" dirty="0">
                <a:solidFill>
                  <a:srgbClr val="FFFFFF"/>
                </a:solidFill>
                <a:latin typeface="Arial MT"/>
                <a:cs typeface="Arial MT"/>
              </a:rPr>
              <a:t>CONSULTA</a:t>
            </a:r>
            <a:r>
              <a:rPr lang="es-MX" sz="2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65" dirty="0">
                <a:solidFill>
                  <a:srgbClr val="FFFFFF"/>
                </a:solidFill>
                <a:latin typeface="Arial MT"/>
                <a:cs typeface="Arial MT"/>
              </a:rPr>
              <a:t>TAREAS</a:t>
            </a:r>
            <a:r>
              <a:rPr lang="es-MX"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65" dirty="0">
                <a:solidFill>
                  <a:srgbClr val="FFFFFF"/>
                </a:solidFill>
                <a:latin typeface="Arial MT"/>
                <a:cs typeface="Arial MT"/>
              </a:rPr>
              <a:t>(SEGÚN</a:t>
            </a:r>
            <a:r>
              <a:rPr lang="es-MX" sz="2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20" dirty="0">
                <a:solidFill>
                  <a:srgbClr val="FFFFFF"/>
                </a:solidFill>
                <a:latin typeface="Arial MT"/>
                <a:cs typeface="Arial MT"/>
              </a:rPr>
              <a:t>ROL)</a:t>
            </a:r>
            <a:r>
              <a:rPr lang="es-MX" sz="2400" spc="5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</a:p>
          <a:p>
            <a:pPr marL="355600" lvl="4" indent="-342900" algn="l">
              <a:spcBef>
                <a:spcPts val="310"/>
              </a:spcBef>
              <a:buFont typeface="Arial" panose="020B0604020202020204" pitchFamily="34" charset="0"/>
              <a:buChar char="•"/>
            </a:pPr>
            <a:r>
              <a:rPr lang="es-MX" sz="2400" spc="-70" dirty="0">
                <a:solidFill>
                  <a:srgbClr val="FFFFFF"/>
                </a:solidFill>
                <a:latin typeface="Arial MT"/>
                <a:cs typeface="Arial MT"/>
              </a:rPr>
              <a:t>MARCADO</a:t>
            </a:r>
            <a:r>
              <a:rPr lang="es-MX" sz="2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65" dirty="0">
                <a:solidFill>
                  <a:srgbClr val="FFFFFF"/>
                </a:solidFill>
                <a:latin typeface="Arial MT"/>
                <a:cs typeface="Arial MT"/>
              </a:rPr>
              <a:t>TAREAS</a:t>
            </a:r>
            <a:r>
              <a:rPr lang="es-MX"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70" dirty="0">
                <a:solidFill>
                  <a:srgbClr val="FFFFFF"/>
                </a:solidFill>
                <a:latin typeface="Arial MT"/>
                <a:cs typeface="Arial MT"/>
              </a:rPr>
              <a:t>COMO</a:t>
            </a:r>
            <a:r>
              <a:rPr lang="es-MX"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10" dirty="0">
                <a:solidFill>
                  <a:srgbClr val="FFFFFF"/>
                </a:solidFill>
                <a:latin typeface="Arial MT"/>
                <a:cs typeface="Arial MT"/>
              </a:rPr>
              <a:t>COMPLETADAS </a:t>
            </a:r>
            <a:r>
              <a:rPr lang="es-MX" sz="2400" spc="-75" dirty="0">
                <a:solidFill>
                  <a:srgbClr val="FFFFFF"/>
                </a:solidFill>
                <a:latin typeface="Arial MT"/>
                <a:cs typeface="Arial MT"/>
              </a:rPr>
              <a:t>ASOCIACIÓN</a:t>
            </a:r>
            <a:r>
              <a:rPr lang="es-MX" sz="2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65" dirty="0">
                <a:solidFill>
                  <a:srgbClr val="FFFFFF"/>
                </a:solidFill>
                <a:latin typeface="Arial MT"/>
                <a:cs typeface="Arial MT"/>
              </a:rPr>
              <a:t>TAREAS</a:t>
            </a:r>
            <a:r>
              <a:rPr lang="es-MX"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lang="es-MX"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10" dirty="0">
                <a:solidFill>
                  <a:srgbClr val="FFFFFF"/>
                </a:solidFill>
                <a:latin typeface="Arial MT"/>
                <a:cs typeface="Arial MT"/>
              </a:rPr>
              <a:t>USUARIOS.</a:t>
            </a:r>
            <a:endParaRPr lang="es-MX" sz="2400" dirty="0">
              <a:latin typeface="Arial MT"/>
              <a:cs typeface="Arial MT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99942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" y="1333500"/>
            <a:ext cx="17983200" cy="8686800"/>
            <a:chOff x="1040972" y="3212804"/>
            <a:chExt cx="12106164" cy="6519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972" y="3212804"/>
              <a:ext cx="3334325" cy="37512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8015" y="5674613"/>
              <a:ext cx="2462685" cy="30283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899111" y="9263789"/>
              <a:ext cx="3248025" cy="468630"/>
            </a:xfrm>
            <a:custGeom>
              <a:avLst/>
              <a:gdLst/>
              <a:ahLst/>
              <a:cxnLst/>
              <a:rect l="l" t="t" r="r" b="b"/>
              <a:pathLst>
                <a:path w="3248025" h="468629">
                  <a:moveTo>
                    <a:pt x="1950237" y="389246"/>
                  </a:moveTo>
                  <a:lnTo>
                    <a:pt x="1930930" y="389246"/>
                  </a:lnTo>
                  <a:lnTo>
                    <a:pt x="1994366" y="452682"/>
                  </a:lnTo>
                  <a:lnTo>
                    <a:pt x="3173672" y="452682"/>
                  </a:lnTo>
                  <a:lnTo>
                    <a:pt x="3176809" y="458957"/>
                  </a:lnTo>
                  <a:lnTo>
                    <a:pt x="3181680" y="463914"/>
                  </a:lnTo>
                  <a:lnTo>
                    <a:pt x="3187885" y="467170"/>
                  </a:lnTo>
                  <a:lnTo>
                    <a:pt x="3195025" y="468341"/>
                  </a:lnTo>
                  <a:lnTo>
                    <a:pt x="3203746" y="466576"/>
                  </a:lnTo>
                  <a:lnTo>
                    <a:pt x="3210873" y="461768"/>
                  </a:lnTo>
                  <a:lnTo>
                    <a:pt x="3215682" y="454641"/>
                  </a:lnTo>
                  <a:lnTo>
                    <a:pt x="3217446" y="445920"/>
                  </a:lnTo>
                  <a:lnTo>
                    <a:pt x="3216078" y="439158"/>
                  </a:lnTo>
                  <a:lnTo>
                    <a:pt x="2000149" y="439158"/>
                  </a:lnTo>
                  <a:lnTo>
                    <a:pt x="1950237" y="389246"/>
                  </a:lnTo>
                  <a:close/>
                </a:path>
                <a:path w="3248025" h="468629">
                  <a:moveTo>
                    <a:pt x="3195025" y="423499"/>
                  </a:moveTo>
                  <a:lnTo>
                    <a:pt x="3187848" y="424670"/>
                  </a:lnTo>
                  <a:lnTo>
                    <a:pt x="3181646" y="427926"/>
                  </a:lnTo>
                  <a:lnTo>
                    <a:pt x="3176796" y="432883"/>
                  </a:lnTo>
                  <a:lnTo>
                    <a:pt x="3173672" y="439158"/>
                  </a:lnTo>
                  <a:lnTo>
                    <a:pt x="3216078" y="439158"/>
                  </a:lnTo>
                  <a:lnTo>
                    <a:pt x="3195025" y="423499"/>
                  </a:lnTo>
                  <a:close/>
                </a:path>
                <a:path w="3248025" h="468629">
                  <a:moveTo>
                    <a:pt x="1147759" y="389246"/>
                  </a:moveTo>
                  <a:lnTo>
                    <a:pt x="1132151" y="389246"/>
                  </a:lnTo>
                  <a:lnTo>
                    <a:pt x="1112044" y="424033"/>
                  </a:lnTo>
                  <a:lnTo>
                    <a:pt x="161926" y="424033"/>
                  </a:lnTo>
                  <a:lnTo>
                    <a:pt x="161926" y="437646"/>
                  </a:lnTo>
                  <a:lnTo>
                    <a:pt x="1119873" y="437646"/>
                  </a:lnTo>
                  <a:lnTo>
                    <a:pt x="1147759" y="389246"/>
                  </a:lnTo>
                  <a:close/>
                </a:path>
                <a:path w="3248025" h="468629">
                  <a:moveTo>
                    <a:pt x="22420" y="360064"/>
                  </a:moveTo>
                  <a:lnTo>
                    <a:pt x="13700" y="361828"/>
                  </a:lnTo>
                  <a:lnTo>
                    <a:pt x="6572" y="366636"/>
                  </a:lnTo>
                  <a:lnTo>
                    <a:pt x="1764" y="373764"/>
                  </a:lnTo>
                  <a:lnTo>
                    <a:pt x="0" y="382484"/>
                  </a:lnTo>
                  <a:lnTo>
                    <a:pt x="1764" y="391205"/>
                  </a:lnTo>
                  <a:lnTo>
                    <a:pt x="6572" y="398332"/>
                  </a:lnTo>
                  <a:lnTo>
                    <a:pt x="13700" y="403140"/>
                  </a:lnTo>
                  <a:lnTo>
                    <a:pt x="22420" y="404905"/>
                  </a:lnTo>
                  <a:lnTo>
                    <a:pt x="29598" y="403734"/>
                  </a:lnTo>
                  <a:lnTo>
                    <a:pt x="35799" y="400478"/>
                  </a:lnTo>
                  <a:lnTo>
                    <a:pt x="40649" y="395521"/>
                  </a:lnTo>
                  <a:lnTo>
                    <a:pt x="43773" y="389246"/>
                  </a:lnTo>
                  <a:lnTo>
                    <a:pt x="2986923" y="389246"/>
                  </a:lnTo>
                  <a:lnTo>
                    <a:pt x="2986923" y="375811"/>
                  </a:lnTo>
                  <a:lnTo>
                    <a:pt x="43817" y="375811"/>
                  </a:lnTo>
                  <a:lnTo>
                    <a:pt x="40637" y="369447"/>
                  </a:lnTo>
                  <a:lnTo>
                    <a:pt x="35766" y="364490"/>
                  </a:lnTo>
                  <a:lnTo>
                    <a:pt x="29560" y="361234"/>
                  </a:lnTo>
                  <a:lnTo>
                    <a:pt x="22420" y="360064"/>
                  </a:lnTo>
                  <a:close/>
                </a:path>
                <a:path w="3248025" h="468629">
                  <a:moveTo>
                    <a:pt x="1244521" y="222070"/>
                  </a:moveTo>
                  <a:lnTo>
                    <a:pt x="1228722" y="222070"/>
                  </a:lnTo>
                  <a:lnTo>
                    <a:pt x="1139929" y="375811"/>
                  </a:lnTo>
                  <a:lnTo>
                    <a:pt x="1155817" y="375811"/>
                  </a:lnTo>
                  <a:lnTo>
                    <a:pt x="1244521" y="222070"/>
                  </a:lnTo>
                  <a:close/>
                </a:path>
                <a:path w="3248025" h="468629">
                  <a:moveTo>
                    <a:pt x="1782972" y="222070"/>
                  </a:moveTo>
                  <a:lnTo>
                    <a:pt x="1763576" y="222070"/>
                  </a:lnTo>
                  <a:lnTo>
                    <a:pt x="1917317" y="375811"/>
                  </a:lnTo>
                  <a:lnTo>
                    <a:pt x="1936713" y="375811"/>
                  </a:lnTo>
                  <a:lnTo>
                    <a:pt x="1782972" y="222070"/>
                  </a:lnTo>
                  <a:close/>
                </a:path>
                <a:path w="3248025" h="468629">
                  <a:moveTo>
                    <a:pt x="915011" y="222070"/>
                  </a:moveTo>
                  <a:lnTo>
                    <a:pt x="899264" y="222070"/>
                  </a:lnTo>
                  <a:lnTo>
                    <a:pt x="881432" y="252943"/>
                  </a:lnTo>
                  <a:lnTo>
                    <a:pt x="200984" y="252943"/>
                  </a:lnTo>
                  <a:lnTo>
                    <a:pt x="200984" y="266644"/>
                  </a:lnTo>
                  <a:lnTo>
                    <a:pt x="889261" y="266644"/>
                  </a:lnTo>
                  <a:lnTo>
                    <a:pt x="915011" y="222070"/>
                  </a:lnTo>
                  <a:close/>
                </a:path>
                <a:path w="3248025" h="468629">
                  <a:moveTo>
                    <a:pt x="148936" y="192799"/>
                  </a:moveTo>
                  <a:lnTo>
                    <a:pt x="140216" y="194563"/>
                  </a:lnTo>
                  <a:lnTo>
                    <a:pt x="133088" y="199371"/>
                  </a:lnTo>
                  <a:lnTo>
                    <a:pt x="128280" y="206499"/>
                  </a:lnTo>
                  <a:lnTo>
                    <a:pt x="126516" y="215219"/>
                  </a:lnTo>
                  <a:lnTo>
                    <a:pt x="128280" y="223940"/>
                  </a:lnTo>
                  <a:lnTo>
                    <a:pt x="133088" y="231067"/>
                  </a:lnTo>
                  <a:lnTo>
                    <a:pt x="140216" y="235876"/>
                  </a:lnTo>
                  <a:lnTo>
                    <a:pt x="148936" y="237640"/>
                  </a:lnTo>
                  <a:lnTo>
                    <a:pt x="156114" y="236469"/>
                  </a:lnTo>
                  <a:lnTo>
                    <a:pt x="162315" y="233214"/>
                  </a:lnTo>
                  <a:lnTo>
                    <a:pt x="167166" y="228256"/>
                  </a:lnTo>
                  <a:lnTo>
                    <a:pt x="170245" y="222070"/>
                  </a:lnTo>
                  <a:lnTo>
                    <a:pt x="3247251" y="222070"/>
                  </a:lnTo>
                  <a:lnTo>
                    <a:pt x="3247251" y="208458"/>
                  </a:lnTo>
                  <a:lnTo>
                    <a:pt x="170289" y="208458"/>
                  </a:lnTo>
                  <a:lnTo>
                    <a:pt x="167153" y="202183"/>
                  </a:lnTo>
                  <a:lnTo>
                    <a:pt x="162282" y="197225"/>
                  </a:lnTo>
                  <a:lnTo>
                    <a:pt x="156076" y="193969"/>
                  </a:lnTo>
                  <a:lnTo>
                    <a:pt x="148936" y="192799"/>
                  </a:lnTo>
                  <a:close/>
                </a:path>
                <a:path w="3248025" h="468629">
                  <a:moveTo>
                    <a:pt x="1996679" y="0"/>
                  </a:moveTo>
                  <a:lnTo>
                    <a:pt x="1027522" y="0"/>
                  </a:lnTo>
                  <a:lnTo>
                    <a:pt x="907144" y="208458"/>
                  </a:lnTo>
                  <a:lnTo>
                    <a:pt x="922878" y="208458"/>
                  </a:lnTo>
                  <a:lnTo>
                    <a:pt x="1035440" y="13523"/>
                  </a:lnTo>
                  <a:lnTo>
                    <a:pt x="2010202" y="13523"/>
                  </a:lnTo>
                  <a:lnTo>
                    <a:pt x="1996679" y="0"/>
                  </a:lnTo>
                  <a:close/>
                </a:path>
                <a:path w="3248025" h="468629">
                  <a:moveTo>
                    <a:pt x="1691599" y="130697"/>
                  </a:moveTo>
                  <a:lnTo>
                    <a:pt x="1281444" y="130697"/>
                  </a:lnTo>
                  <a:lnTo>
                    <a:pt x="1236589" y="208458"/>
                  </a:lnTo>
                  <a:lnTo>
                    <a:pt x="1252299" y="208458"/>
                  </a:lnTo>
                  <a:lnTo>
                    <a:pt x="1289273" y="144488"/>
                  </a:lnTo>
                  <a:lnTo>
                    <a:pt x="1705389" y="144488"/>
                  </a:lnTo>
                  <a:lnTo>
                    <a:pt x="1691599" y="130697"/>
                  </a:lnTo>
                  <a:close/>
                </a:path>
                <a:path w="3248025" h="468629">
                  <a:moveTo>
                    <a:pt x="1705389" y="144488"/>
                  </a:moveTo>
                  <a:lnTo>
                    <a:pt x="1685994" y="144488"/>
                  </a:lnTo>
                  <a:lnTo>
                    <a:pt x="1749964" y="208458"/>
                  </a:lnTo>
                  <a:lnTo>
                    <a:pt x="1769359" y="208458"/>
                  </a:lnTo>
                  <a:lnTo>
                    <a:pt x="1705389" y="144488"/>
                  </a:lnTo>
                  <a:close/>
                </a:path>
                <a:path w="3248025" h="468629">
                  <a:moveTo>
                    <a:pt x="2010202" y="13523"/>
                  </a:moveTo>
                  <a:lnTo>
                    <a:pt x="1990985" y="13523"/>
                  </a:lnTo>
                  <a:lnTo>
                    <a:pt x="2124975" y="147513"/>
                  </a:lnTo>
                  <a:lnTo>
                    <a:pt x="3203655" y="147513"/>
                  </a:lnTo>
                  <a:lnTo>
                    <a:pt x="3206791" y="153788"/>
                  </a:lnTo>
                  <a:lnTo>
                    <a:pt x="3211663" y="158745"/>
                  </a:lnTo>
                  <a:lnTo>
                    <a:pt x="3217868" y="162001"/>
                  </a:lnTo>
                  <a:lnTo>
                    <a:pt x="3225008" y="163171"/>
                  </a:lnTo>
                  <a:lnTo>
                    <a:pt x="3233729" y="161407"/>
                  </a:lnTo>
                  <a:lnTo>
                    <a:pt x="3240856" y="156599"/>
                  </a:lnTo>
                  <a:lnTo>
                    <a:pt x="3245665" y="149471"/>
                  </a:lnTo>
                  <a:lnTo>
                    <a:pt x="3247429" y="140751"/>
                  </a:lnTo>
                  <a:lnTo>
                    <a:pt x="3246061" y="133989"/>
                  </a:lnTo>
                  <a:lnTo>
                    <a:pt x="2130669" y="133989"/>
                  </a:lnTo>
                  <a:lnTo>
                    <a:pt x="2010202" y="13523"/>
                  </a:lnTo>
                  <a:close/>
                </a:path>
                <a:path w="3248025" h="468629">
                  <a:moveTo>
                    <a:pt x="3225008" y="118330"/>
                  </a:moveTo>
                  <a:lnTo>
                    <a:pt x="3217831" y="119501"/>
                  </a:lnTo>
                  <a:lnTo>
                    <a:pt x="3211629" y="122757"/>
                  </a:lnTo>
                  <a:lnTo>
                    <a:pt x="3206779" y="127714"/>
                  </a:lnTo>
                  <a:lnTo>
                    <a:pt x="3203655" y="133989"/>
                  </a:lnTo>
                  <a:lnTo>
                    <a:pt x="3246061" y="133989"/>
                  </a:lnTo>
                  <a:lnTo>
                    <a:pt x="3245664" y="132030"/>
                  </a:lnTo>
                  <a:lnTo>
                    <a:pt x="3240856" y="124903"/>
                  </a:lnTo>
                  <a:lnTo>
                    <a:pt x="3233729" y="120094"/>
                  </a:lnTo>
                  <a:lnTo>
                    <a:pt x="3225008" y="118330"/>
                  </a:lnTo>
                  <a:close/>
                </a:path>
                <a:path w="3248025" h="468629">
                  <a:moveTo>
                    <a:pt x="2202379" y="17260"/>
                  </a:moveTo>
                  <a:lnTo>
                    <a:pt x="2094547" y="17260"/>
                  </a:lnTo>
                  <a:lnTo>
                    <a:pt x="2177379" y="100091"/>
                  </a:lnTo>
                  <a:lnTo>
                    <a:pt x="2285211" y="100091"/>
                  </a:lnTo>
                  <a:lnTo>
                    <a:pt x="2202379" y="17260"/>
                  </a:lnTo>
                  <a:close/>
                </a:path>
                <a:path w="3248025" h="468629">
                  <a:moveTo>
                    <a:pt x="2303628" y="17260"/>
                  </a:moveTo>
                  <a:lnTo>
                    <a:pt x="2234053" y="17260"/>
                  </a:lnTo>
                  <a:lnTo>
                    <a:pt x="2316885" y="100091"/>
                  </a:lnTo>
                  <a:lnTo>
                    <a:pt x="2386460" y="100091"/>
                  </a:lnTo>
                  <a:lnTo>
                    <a:pt x="2303628" y="17260"/>
                  </a:lnTo>
                  <a:close/>
                </a:path>
                <a:path w="3248025" h="468629">
                  <a:moveTo>
                    <a:pt x="2404699" y="17260"/>
                  </a:moveTo>
                  <a:lnTo>
                    <a:pt x="2335124" y="17260"/>
                  </a:lnTo>
                  <a:lnTo>
                    <a:pt x="2417955" y="100091"/>
                  </a:lnTo>
                  <a:lnTo>
                    <a:pt x="2487531" y="100091"/>
                  </a:lnTo>
                  <a:lnTo>
                    <a:pt x="2404699" y="17260"/>
                  </a:lnTo>
                  <a:close/>
                </a:path>
                <a:path w="3248025" h="468629">
                  <a:moveTo>
                    <a:pt x="2544027" y="17260"/>
                  </a:moveTo>
                  <a:lnTo>
                    <a:pt x="2436194" y="17260"/>
                  </a:lnTo>
                  <a:lnTo>
                    <a:pt x="2519026" y="100091"/>
                  </a:lnTo>
                  <a:lnTo>
                    <a:pt x="2626858" y="100091"/>
                  </a:lnTo>
                  <a:lnTo>
                    <a:pt x="2544027" y="17260"/>
                  </a:lnTo>
                  <a:close/>
                </a:path>
              </a:pathLst>
            </a:custGeom>
            <a:solidFill>
              <a:srgbClr val="37B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477000" y="3047631"/>
            <a:ext cx="10871200" cy="2124941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MX" sz="2400" spc="-70" dirty="0">
                <a:solidFill>
                  <a:srgbClr val="FFFFFF"/>
                </a:solidFill>
                <a:latin typeface="Arial MT"/>
                <a:cs typeface="Arial MT"/>
              </a:rPr>
              <a:t>MANEJO</a:t>
            </a:r>
            <a:r>
              <a:rPr lang="es-MX" sz="2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70" dirty="0">
                <a:solidFill>
                  <a:srgbClr val="FFFFFF"/>
                </a:solidFill>
                <a:latin typeface="Arial MT"/>
                <a:cs typeface="Arial MT"/>
              </a:rPr>
              <a:t>AVANZADO</a:t>
            </a:r>
            <a:r>
              <a:rPr lang="es-MX"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65" dirty="0">
                <a:solidFill>
                  <a:srgbClr val="FFFFFF"/>
                </a:solidFill>
                <a:latin typeface="Arial MT"/>
                <a:cs typeface="Arial MT"/>
              </a:rPr>
              <a:t>ERRORES</a:t>
            </a:r>
            <a:r>
              <a:rPr lang="es-MX"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65" dirty="0">
                <a:solidFill>
                  <a:srgbClr val="FFFFFF"/>
                </a:solidFill>
                <a:latin typeface="Arial MT"/>
                <a:cs typeface="Arial MT"/>
              </a:rPr>
              <a:t>ENTRE</a:t>
            </a:r>
            <a:r>
              <a:rPr lang="es-MX"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10" dirty="0">
                <a:solidFill>
                  <a:srgbClr val="FFFFFF"/>
                </a:solidFill>
                <a:latin typeface="Arial MT"/>
                <a:cs typeface="Arial MT"/>
              </a:rPr>
              <a:t>SERVICIOS.</a:t>
            </a:r>
            <a:endParaRPr lang="es-MX"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MX" sz="2400" spc="-80" dirty="0">
                <a:solidFill>
                  <a:srgbClr val="FFFFFF"/>
                </a:solidFill>
                <a:latin typeface="Arial MT"/>
                <a:cs typeface="Arial MT"/>
              </a:rPr>
              <a:t>IMPLEMENTACIÓN</a:t>
            </a:r>
            <a:r>
              <a:rPr lang="es-MX"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4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50" dirty="0">
                <a:solidFill>
                  <a:srgbClr val="FFFFFF"/>
                </a:solidFill>
                <a:latin typeface="Arial MT"/>
                <a:cs typeface="Arial MT"/>
              </a:rPr>
              <a:t>UNA</a:t>
            </a:r>
            <a:r>
              <a:rPr lang="es-MX"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55" dirty="0">
                <a:solidFill>
                  <a:srgbClr val="FFFFFF"/>
                </a:solidFill>
                <a:latin typeface="Arial MT"/>
                <a:cs typeface="Arial MT"/>
              </a:rPr>
              <a:t>BASE</a:t>
            </a:r>
            <a:r>
              <a:rPr lang="es-MX" sz="24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65" dirty="0">
                <a:solidFill>
                  <a:srgbClr val="FFFFFF"/>
                </a:solidFill>
                <a:latin typeface="Arial MT"/>
                <a:cs typeface="Arial MT"/>
              </a:rPr>
              <a:t>DATOS</a:t>
            </a:r>
            <a:r>
              <a:rPr lang="es-MX" sz="24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75" dirty="0">
                <a:solidFill>
                  <a:srgbClr val="FFFFFF"/>
                </a:solidFill>
                <a:latin typeface="Arial MT"/>
                <a:cs typeface="Arial MT"/>
              </a:rPr>
              <a:t>CENTRALIZADA</a:t>
            </a:r>
            <a:r>
              <a:rPr lang="es-MX"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75" dirty="0">
                <a:solidFill>
                  <a:srgbClr val="FFFFFF"/>
                </a:solidFill>
                <a:latin typeface="Arial MT"/>
                <a:cs typeface="Arial MT"/>
              </a:rPr>
              <a:t>(ACTUALMENTE</a:t>
            </a:r>
            <a:r>
              <a:rPr lang="es-MX" sz="24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20" dirty="0">
                <a:solidFill>
                  <a:srgbClr val="FFFFFF"/>
                </a:solidFill>
                <a:latin typeface="Arial MT"/>
                <a:cs typeface="Arial MT"/>
              </a:rPr>
              <a:t>CADA </a:t>
            </a:r>
            <a:r>
              <a:rPr lang="es-MX" sz="2400" spc="-70" dirty="0">
                <a:solidFill>
                  <a:srgbClr val="FFFFFF"/>
                </a:solidFill>
                <a:latin typeface="Arial MT"/>
                <a:cs typeface="Arial MT"/>
              </a:rPr>
              <a:t>SERVICIO</a:t>
            </a:r>
            <a:r>
              <a:rPr lang="es-MX"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50" dirty="0">
                <a:solidFill>
                  <a:srgbClr val="FFFFFF"/>
                </a:solidFill>
                <a:latin typeface="Arial MT"/>
                <a:cs typeface="Arial MT"/>
              </a:rPr>
              <a:t>USA</a:t>
            </a:r>
            <a:r>
              <a:rPr lang="es-MX" sz="2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10" dirty="0">
                <a:solidFill>
                  <a:srgbClr val="FFFFFF"/>
                </a:solidFill>
                <a:latin typeface="Arial MT"/>
                <a:cs typeface="Arial MT"/>
              </a:rPr>
              <a:t>SQLITE).</a:t>
            </a:r>
            <a:endParaRPr lang="es-MX"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0"/>
              </a:spcBef>
              <a:buFont typeface="Wingdings" panose="05000000000000000000" pitchFamily="2" charset="2"/>
              <a:buChar char="v"/>
            </a:pPr>
            <a:r>
              <a:rPr lang="es-MX" sz="2400" spc="-75" dirty="0">
                <a:solidFill>
                  <a:srgbClr val="FFFFFF"/>
                </a:solidFill>
                <a:latin typeface="Arial MT"/>
                <a:cs typeface="Arial MT"/>
              </a:rPr>
              <a:t>MECANISMOS</a:t>
            </a:r>
            <a:r>
              <a:rPr lang="es-MX"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3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4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60" dirty="0">
                <a:solidFill>
                  <a:srgbClr val="FFFFFF"/>
                </a:solidFill>
                <a:latin typeface="Arial MT"/>
                <a:cs typeface="Arial MT"/>
              </a:rPr>
              <a:t>ALTA</a:t>
            </a:r>
            <a:r>
              <a:rPr lang="es-MX" sz="24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75" dirty="0">
                <a:solidFill>
                  <a:srgbClr val="FFFFFF"/>
                </a:solidFill>
                <a:latin typeface="Arial MT"/>
                <a:cs typeface="Arial MT"/>
              </a:rPr>
              <a:t>DISPONIBILIDAD</a:t>
            </a:r>
            <a:r>
              <a:rPr lang="es-MX"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lang="es-MX" sz="24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75" dirty="0">
                <a:solidFill>
                  <a:srgbClr val="FFFFFF"/>
                </a:solidFill>
                <a:latin typeface="Arial MT"/>
                <a:cs typeface="Arial MT"/>
              </a:rPr>
              <a:t>ESCALABILIDAD</a:t>
            </a:r>
            <a:r>
              <a:rPr lang="es-MX" sz="24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400" spc="-10" dirty="0">
                <a:solidFill>
                  <a:srgbClr val="FFFFFF"/>
                </a:solidFill>
                <a:latin typeface="Arial MT"/>
                <a:cs typeface="Arial MT"/>
              </a:rPr>
              <a:t>AUTOMÁTICA.</a:t>
            </a:r>
            <a:endParaRPr lang="es-MX"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Font typeface="Wingdings" panose="05000000000000000000" pitchFamily="2" charset="2"/>
              <a:buChar char="v"/>
            </a:pPr>
            <a:endParaRPr lang="es-CO" sz="2200" spc="-10" dirty="0">
              <a:solidFill>
                <a:srgbClr val="FFFFFF"/>
              </a:solidFill>
              <a:latin typeface="Arial MT"/>
              <a:cs typeface="Arial MT"/>
            </a:endParaRPr>
          </a:p>
        </p:txBody>
      </p:sp>
      <p:sp>
        <p:nvSpPr>
          <p:cNvPr id="38" name="object 3" descr="$PPTXTitle">
            <a:extLst>
              <a:ext uri="{FF2B5EF4-FFF2-40B4-BE49-F238E27FC236}">
                <a16:creationId xmlns:a16="http://schemas.microsoft.com/office/drawing/2014/main" id="{83CF6217-2C79-AB6A-924E-D020A929B1AC}"/>
              </a:ext>
            </a:extLst>
          </p:cNvPr>
          <p:cNvSpPr txBox="1">
            <a:spLocks/>
          </p:cNvSpPr>
          <p:nvPr/>
        </p:nvSpPr>
        <p:spPr>
          <a:xfrm>
            <a:off x="7437179" y="717791"/>
            <a:ext cx="9337970" cy="170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s-MX" sz="5500" spc="-265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Arial MT"/>
              </a:rPr>
              <a:t>Componentes no implementados o en mejora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2237802" y="2027674"/>
            <a:ext cx="5638800" cy="3585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900"/>
              </a:lnSpc>
              <a:spcBef>
                <a:spcPts val="100"/>
              </a:spcBef>
            </a:pPr>
            <a:r>
              <a:rPr sz="3550" spc="-95" dirty="0"/>
              <a:t>El</a:t>
            </a:r>
            <a:r>
              <a:rPr sz="3550" spc="-305" dirty="0"/>
              <a:t> </a:t>
            </a:r>
            <a:r>
              <a:rPr sz="3550" spc="-165" dirty="0"/>
              <a:t>sistema</a:t>
            </a:r>
            <a:r>
              <a:rPr sz="3550" spc="-305" dirty="0"/>
              <a:t> </a:t>
            </a:r>
            <a:r>
              <a:rPr sz="3550" spc="-170" dirty="0"/>
              <a:t>implementa</a:t>
            </a:r>
            <a:r>
              <a:rPr sz="3550" spc="-305" dirty="0"/>
              <a:t> </a:t>
            </a:r>
            <a:r>
              <a:rPr sz="3550" spc="-25" dirty="0"/>
              <a:t>una </a:t>
            </a:r>
            <a:r>
              <a:rPr sz="3550" spc="-170" dirty="0"/>
              <a:t>arquitectura</a:t>
            </a:r>
            <a:r>
              <a:rPr sz="3550" spc="-285" dirty="0"/>
              <a:t> </a:t>
            </a:r>
            <a:r>
              <a:rPr sz="3550" spc="-95" dirty="0"/>
              <a:t>de</a:t>
            </a:r>
            <a:r>
              <a:rPr sz="3550" spc="-280" dirty="0"/>
              <a:t> </a:t>
            </a:r>
            <a:r>
              <a:rPr sz="3550" spc="-175" dirty="0"/>
              <a:t>microservicios</a:t>
            </a:r>
            <a:r>
              <a:rPr sz="3550" spc="-280" dirty="0"/>
              <a:t> </a:t>
            </a:r>
            <a:r>
              <a:rPr sz="3550" spc="-130" dirty="0"/>
              <a:t>donde </a:t>
            </a:r>
            <a:r>
              <a:rPr sz="3550" spc="-140" dirty="0"/>
              <a:t>cada</a:t>
            </a:r>
            <a:r>
              <a:rPr sz="3550" spc="-295" dirty="0"/>
              <a:t> </a:t>
            </a:r>
            <a:r>
              <a:rPr sz="3550" spc="-170" dirty="0"/>
              <a:t>componente</a:t>
            </a:r>
            <a:r>
              <a:rPr sz="3550" spc="-295" dirty="0"/>
              <a:t> </a:t>
            </a:r>
            <a:r>
              <a:rPr sz="3550" spc="-160" dirty="0"/>
              <a:t>funciona</a:t>
            </a:r>
            <a:r>
              <a:rPr sz="3550" spc="-295" dirty="0"/>
              <a:t> </a:t>
            </a:r>
            <a:r>
              <a:rPr sz="3550" spc="-25" dirty="0"/>
              <a:t>de </a:t>
            </a:r>
            <a:r>
              <a:rPr sz="3550" spc="-160" dirty="0"/>
              <a:t>manera</a:t>
            </a:r>
            <a:r>
              <a:rPr sz="3550" spc="-305" dirty="0"/>
              <a:t> </a:t>
            </a:r>
            <a:r>
              <a:rPr sz="3550" spc="-170" dirty="0"/>
              <a:t>independiente</a:t>
            </a:r>
            <a:r>
              <a:rPr sz="3550" spc="-300" dirty="0"/>
              <a:t> </a:t>
            </a:r>
            <a:r>
              <a:rPr sz="3550" spc="-155" dirty="0"/>
              <a:t>dentro</a:t>
            </a:r>
            <a:r>
              <a:rPr sz="3550" spc="-305" dirty="0"/>
              <a:t> </a:t>
            </a:r>
            <a:r>
              <a:rPr sz="3550" spc="-95" dirty="0"/>
              <a:t>de</a:t>
            </a:r>
            <a:r>
              <a:rPr sz="3550" spc="-300" dirty="0"/>
              <a:t> </a:t>
            </a:r>
            <a:r>
              <a:rPr sz="3550" spc="-35" dirty="0"/>
              <a:t>un </a:t>
            </a:r>
            <a:r>
              <a:rPr sz="3550" spc="-165" dirty="0"/>
              <a:t>contenedor</a:t>
            </a:r>
            <a:r>
              <a:rPr sz="3550" spc="-300" dirty="0"/>
              <a:t> </a:t>
            </a:r>
            <a:r>
              <a:rPr sz="3550" spc="-50" dirty="0"/>
              <a:t>Docker.</a:t>
            </a:r>
            <a:endParaRPr sz="3550" dirty="0"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0ED1945-6156-1888-700E-E3DFEB221523}"/>
              </a:ext>
            </a:extLst>
          </p:cNvPr>
          <p:cNvSpPr/>
          <p:nvPr/>
        </p:nvSpPr>
        <p:spPr>
          <a:xfrm>
            <a:off x="13310795" y="9395893"/>
            <a:ext cx="4824805" cy="624407"/>
          </a:xfrm>
          <a:custGeom>
            <a:avLst/>
            <a:gdLst/>
            <a:ahLst/>
            <a:cxnLst/>
            <a:rect l="l" t="t" r="r" b="b"/>
            <a:pathLst>
              <a:path w="3248025" h="468629">
                <a:moveTo>
                  <a:pt x="1950237" y="389246"/>
                </a:moveTo>
                <a:lnTo>
                  <a:pt x="1930930" y="389246"/>
                </a:lnTo>
                <a:lnTo>
                  <a:pt x="1994366" y="452682"/>
                </a:lnTo>
                <a:lnTo>
                  <a:pt x="3173672" y="452682"/>
                </a:lnTo>
                <a:lnTo>
                  <a:pt x="3176809" y="458957"/>
                </a:lnTo>
                <a:lnTo>
                  <a:pt x="3181680" y="463914"/>
                </a:lnTo>
                <a:lnTo>
                  <a:pt x="3187885" y="467170"/>
                </a:lnTo>
                <a:lnTo>
                  <a:pt x="3195025" y="468341"/>
                </a:lnTo>
                <a:lnTo>
                  <a:pt x="3203746" y="466576"/>
                </a:lnTo>
                <a:lnTo>
                  <a:pt x="3210873" y="461768"/>
                </a:lnTo>
                <a:lnTo>
                  <a:pt x="3215682" y="454641"/>
                </a:lnTo>
                <a:lnTo>
                  <a:pt x="3217446" y="445920"/>
                </a:lnTo>
                <a:lnTo>
                  <a:pt x="3216078" y="439158"/>
                </a:lnTo>
                <a:lnTo>
                  <a:pt x="2000149" y="439158"/>
                </a:lnTo>
                <a:lnTo>
                  <a:pt x="1950237" y="389246"/>
                </a:lnTo>
                <a:close/>
              </a:path>
              <a:path w="3248025" h="468629">
                <a:moveTo>
                  <a:pt x="3195025" y="423499"/>
                </a:moveTo>
                <a:lnTo>
                  <a:pt x="3187848" y="424670"/>
                </a:lnTo>
                <a:lnTo>
                  <a:pt x="3181646" y="427926"/>
                </a:lnTo>
                <a:lnTo>
                  <a:pt x="3176796" y="432883"/>
                </a:lnTo>
                <a:lnTo>
                  <a:pt x="3173672" y="439158"/>
                </a:lnTo>
                <a:lnTo>
                  <a:pt x="3216078" y="439158"/>
                </a:lnTo>
                <a:lnTo>
                  <a:pt x="3195025" y="423499"/>
                </a:lnTo>
                <a:close/>
              </a:path>
              <a:path w="3248025" h="468629">
                <a:moveTo>
                  <a:pt x="1147759" y="389246"/>
                </a:moveTo>
                <a:lnTo>
                  <a:pt x="1132151" y="389246"/>
                </a:lnTo>
                <a:lnTo>
                  <a:pt x="1112044" y="424033"/>
                </a:lnTo>
                <a:lnTo>
                  <a:pt x="161926" y="424033"/>
                </a:lnTo>
                <a:lnTo>
                  <a:pt x="161926" y="437646"/>
                </a:lnTo>
                <a:lnTo>
                  <a:pt x="1119873" y="437646"/>
                </a:lnTo>
                <a:lnTo>
                  <a:pt x="1147759" y="389246"/>
                </a:lnTo>
                <a:close/>
              </a:path>
              <a:path w="3248025" h="468629">
                <a:moveTo>
                  <a:pt x="22420" y="360064"/>
                </a:moveTo>
                <a:lnTo>
                  <a:pt x="13700" y="361828"/>
                </a:lnTo>
                <a:lnTo>
                  <a:pt x="6572" y="366636"/>
                </a:lnTo>
                <a:lnTo>
                  <a:pt x="1764" y="373764"/>
                </a:lnTo>
                <a:lnTo>
                  <a:pt x="0" y="382484"/>
                </a:lnTo>
                <a:lnTo>
                  <a:pt x="1764" y="391205"/>
                </a:lnTo>
                <a:lnTo>
                  <a:pt x="6572" y="398332"/>
                </a:lnTo>
                <a:lnTo>
                  <a:pt x="13700" y="403140"/>
                </a:lnTo>
                <a:lnTo>
                  <a:pt x="22420" y="404905"/>
                </a:lnTo>
                <a:lnTo>
                  <a:pt x="29598" y="403734"/>
                </a:lnTo>
                <a:lnTo>
                  <a:pt x="35799" y="400478"/>
                </a:lnTo>
                <a:lnTo>
                  <a:pt x="40649" y="395521"/>
                </a:lnTo>
                <a:lnTo>
                  <a:pt x="43773" y="389246"/>
                </a:lnTo>
                <a:lnTo>
                  <a:pt x="2986923" y="389246"/>
                </a:lnTo>
                <a:lnTo>
                  <a:pt x="2986923" y="375811"/>
                </a:lnTo>
                <a:lnTo>
                  <a:pt x="43817" y="375811"/>
                </a:lnTo>
                <a:lnTo>
                  <a:pt x="40637" y="369447"/>
                </a:lnTo>
                <a:lnTo>
                  <a:pt x="35766" y="364490"/>
                </a:lnTo>
                <a:lnTo>
                  <a:pt x="29560" y="361234"/>
                </a:lnTo>
                <a:lnTo>
                  <a:pt x="22420" y="360064"/>
                </a:lnTo>
                <a:close/>
              </a:path>
              <a:path w="3248025" h="468629">
                <a:moveTo>
                  <a:pt x="1244521" y="222070"/>
                </a:moveTo>
                <a:lnTo>
                  <a:pt x="1228722" y="222070"/>
                </a:lnTo>
                <a:lnTo>
                  <a:pt x="1139929" y="375811"/>
                </a:lnTo>
                <a:lnTo>
                  <a:pt x="1155817" y="375811"/>
                </a:lnTo>
                <a:lnTo>
                  <a:pt x="1244521" y="222070"/>
                </a:lnTo>
                <a:close/>
              </a:path>
              <a:path w="3248025" h="468629">
                <a:moveTo>
                  <a:pt x="1782972" y="222070"/>
                </a:moveTo>
                <a:lnTo>
                  <a:pt x="1763576" y="222070"/>
                </a:lnTo>
                <a:lnTo>
                  <a:pt x="1917317" y="375811"/>
                </a:lnTo>
                <a:lnTo>
                  <a:pt x="1936713" y="375811"/>
                </a:lnTo>
                <a:lnTo>
                  <a:pt x="1782972" y="222070"/>
                </a:lnTo>
                <a:close/>
              </a:path>
              <a:path w="3248025" h="468629">
                <a:moveTo>
                  <a:pt x="915011" y="222070"/>
                </a:moveTo>
                <a:lnTo>
                  <a:pt x="899264" y="222070"/>
                </a:lnTo>
                <a:lnTo>
                  <a:pt x="881432" y="252943"/>
                </a:lnTo>
                <a:lnTo>
                  <a:pt x="200984" y="252943"/>
                </a:lnTo>
                <a:lnTo>
                  <a:pt x="200984" y="266644"/>
                </a:lnTo>
                <a:lnTo>
                  <a:pt x="889261" y="266644"/>
                </a:lnTo>
                <a:lnTo>
                  <a:pt x="915011" y="222070"/>
                </a:lnTo>
                <a:close/>
              </a:path>
              <a:path w="3248025" h="468629">
                <a:moveTo>
                  <a:pt x="148936" y="192799"/>
                </a:moveTo>
                <a:lnTo>
                  <a:pt x="140216" y="194563"/>
                </a:lnTo>
                <a:lnTo>
                  <a:pt x="133088" y="199371"/>
                </a:lnTo>
                <a:lnTo>
                  <a:pt x="128280" y="206499"/>
                </a:lnTo>
                <a:lnTo>
                  <a:pt x="126516" y="215219"/>
                </a:lnTo>
                <a:lnTo>
                  <a:pt x="128280" y="223940"/>
                </a:lnTo>
                <a:lnTo>
                  <a:pt x="133088" y="231067"/>
                </a:lnTo>
                <a:lnTo>
                  <a:pt x="140216" y="235876"/>
                </a:lnTo>
                <a:lnTo>
                  <a:pt x="148936" y="237640"/>
                </a:lnTo>
                <a:lnTo>
                  <a:pt x="156114" y="236469"/>
                </a:lnTo>
                <a:lnTo>
                  <a:pt x="162315" y="233214"/>
                </a:lnTo>
                <a:lnTo>
                  <a:pt x="167166" y="228256"/>
                </a:lnTo>
                <a:lnTo>
                  <a:pt x="170245" y="222070"/>
                </a:lnTo>
                <a:lnTo>
                  <a:pt x="3247251" y="222070"/>
                </a:lnTo>
                <a:lnTo>
                  <a:pt x="3247251" y="208458"/>
                </a:lnTo>
                <a:lnTo>
                  <a:pt x="170289" y="208458"/>
                </a:lnTo>
                <a:lnTo>
                  <a:pt x="167153" y="202183"/>
                </a:lnTo>
                <a:lnTo>
                  <a:pt x="162282" y="197225"/>
                </a:lnTo>
                <a:lnTo>
                  <a:pt x="156076" y="193969"/>
                </a:lnTo>
                <a:lnTo>
                  <a:pt x="148936" y="192799"/>
                </a:lnTo>
                <a:close/>
              </a:path>
              <a:path w="3248025" h="468629">
                <a:moveTo>
                  <a:pt x="1996679" y="0"/>
                </a:moveTo>
                <a:lnTo>
                  <a:pt x="1027522" y="0"/>
                </a:lnTo>
                <a:lnTo>
                  <a:pt x="907144" y="208458"/>
                </a:lnTo>
                <a:lnTo>
                  <a:pt x="922878" y="208458"/>
                </a:lnTo>
                <a:lnTo>
                  <a:pt x="1035440" y="13523"/>
                </a:lnTo>
                <a:lnTo>
                  <a:pt x="2010202" y="13523"/>
                </a:lnTo>
                <a:lnTo>
                  <a:pt x="1996679" y="0"/>
                </a:lnTo>
                <a:close/>
              </a:path>
              <a:path w="3248025" h="468629">
                <a:moveTo>
                  <a:pt x="1691599" y="130697"/>
                </a:moveTo>
                <a:lnTo>
                  <a:pt x="1281444" y="130697"/>
                </a:lnTo>
                <a:lnTo>
                  <a:pt x="1236589" y="208458"/>
                </a:lnTo>
                <a:lnTo>
                  <a:pt x="1252299" y="208458"/>
                </a:lnTo>
                <a:lnTo>
                  <a:pt x="1289273" y="144488"/>
                </a:lnTo>
                <a:lnTo>
                  <a:pt x="1705389" y="144488"/>
                </a:lnTo>
                <a:lnTo>
                  <a:pt x="1691599" y="130697"/>
                </a:lnTo>
                <a:close/>
              </a:path>
              <a:path w="3248025" h="468629">
                <a:moveTo>
                  <a:pt x="1705389" y="144488"/>
                </a:moveTo>
                <a:lnTo>
                  <a:pt x="1685994" y="144488"/>
                </a:lnTo>
                <a:lnTo>
                  <a:pt x="1749964" y="208458"/>
                </a:lnTo>
                <a:lnTo>
                  <a:pt x="1769359" y="208458"/>
                </a:lnTo>
                <a:lnTo>
                  <a:pt x="1705389" y="144488"/>
                </a:lnTo>
                <a:close/>
              </a:path>
              <a:path w="3248025" h="468629">
                <a:moveTo>
                  <a:pt x="2010202" y="13523"/>
                </a:moveTo>
                <a:lnTo>
                  <a:pt x="1990985" y="13523"/>
                </a:lnTo>
                <a:lnTo>
                  <a:pt x="2124975" y="147513"/>
                </a:lnTo>
                <a:lnTo>
                  <a:pt x="3203655" y="147513"/>
                </a:lnTo>
                <a:lnTo>
                  <a:pt x="3206791" y="153788"/>
                </a:lnTo>
                <a:lnTo>
                  <a:pt x="3211663" y="158745"/>
                </a:lnTo>
                <a:lnTo>
                  <a:pt x="3217868" y="162001"/>
                </a:lnTo>
                <a:lnTo>
                  <a:pt x="3225008" y="163171"/>
                </a:lnTo>
                <a:lnTo>
                  <a:pt x="3233729" y="161407"/>
                </a:lnTo>
                <a:lnTo>
                  <a:pt x="3240856" y="156599"/>
                </a:lnTo>
                <a:lnTo>
                  <a:pt x="3245665" y="149471"/>
                </a:lnTo>
                <a:lnTo>
                  <a:pt x="3247429" y="140751"/>
                </a:lnTo>
                <a:lnTo>
                  <a:pt x="3246061" y="133989"/>
                </a:lnTo>
                <a:lnTo>
                  <a:pt x="2130669" y="133989"/>
                </a:lnTo>
                <a:lnTo>
                  <a:pt x="2010202" y="13523"/>
                </a:lnTo>
                <a:close/>
              </a:path>
              <a:path w="3248025" h="468629">
                <a:moveTo>
                  <a:pt x="3225008" y="118330"/>
                </a:moveTo>
                <a:lnTo>
                  <a:pt x="3217831" y="119501"/>
                </a:lnTo>
                <a:lnTo>
                  <a:pt x="3211629" y="122757"/>
                </a:lnTo>
                <a:lnTo>
                  <a:pt x="3206779" y="127714"/>
                </a:lnTo>
                <a:lnTo>
                  <a:pt x="3203655" y="133989"/>
                </a:lnTo>
                <a:lnTo>
                  <a:pt x="3246061" y="133989"/>
                </a:lnTo>
                <a:lnTo>
                  <a:pt x="3245664" y="132030"/>
                </a:lnTo>
                <a:lnTo>
                  <a:pt x="3240856" y="124903"/>
                </a:lnTo>
                <a:lnTo>
                  <a:pt x="3233729" y="120094"/>
                </a:lnTo>
                <a:lnTo>
                  <a:pt x="3225008" y="118330"/>
                </a:lnTo>
                <a:close/>
              </a:path>
              <a:path w="3248025" h="468629">
                <a:moveTo>
                  <a:pt x="2202379" y="17260"/>
                </a:moveTo>
                <a:lnTo>
                  <a:pt x="2094547" y="17260"/>
                </a:lnTo>
                <a:lnTo>
                  <a:pt x="2177379" y="100091"/>
                </a:lnTo>
                <a:lnTo>
                  <a:pt x="2285211" y="100091"/>
                </a:lnTo>
                <a:lnTo>
                  <a:pt x="2202379" y="17260"/>
                </a:lnTo>
                <a:close/>
              </a:path>
              <a:path w="3248025" h="468629">
                <a:moveTo>
                  <a:pt x="2303628" y="17260"/>
                </a:moveTo>
                <a:lnTo>
                  <a:pt x="2234053" y="17260"/>
                </a:lnTo>
                <a:lnTo>
                  <a:pt x="2316885" y="100091"/>
                </a:lnTo>
                <a:lnTo>
                  <a:pt x="2386460" y="100091"/>
                </a:lnTo>
                <a:lnTo>
                  <a:pt x="2303628" y="17260"/>
                </a:lnTo>
                <a:close/>
              </a:path>
              <a:path w="3248025" h="468629">
                <a:moveTo>
                  <a:pt x="2404699" y="17260"/>
                </a:moveTo>
                <a:lnTo>
                  <a:pt x="2335124" y="17260"/>
                </a:lnTo>
                <a:lnTo>
                  <a:pt x="2417955" y="100091"/>
                </a:lnTo>
                <a:lnTo>
                  <a:pt x="2487531" y="100091"/>
                </a:lnTo>
                <a:lnTo>
                  <a:pt x="2404699" y="17260"/>
                </a:lnTo>
                <a:close/>
              </a:path>
              <a:path w="3248025" h="468629">
                <a:moveTo>
                  <a:pt x="2544027" y="17260"/>
                </a:moveTo>
                <a:lnTo>
                  <a:pt x="2436194" y="17260"/>
                </a:lnTo>
                <a:lnTo>
                  <a:pt x="2519026" y="100091"/>
                </a:lnTo>
                <a:lnTo>
                  <a:pt x="2626858" y="100091"/>
                </a:lnTo>
                <a:lnTo>
                  <a:pt x="2544027" y="17260"/>
                </a:lnTo>
                <a:close/>
              </a:path>
            </a:pathLst>
          </a:custGeom>
          <a:solidFill>
            <a:srgbClr val="37B5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 descr="$PPTXTitle">
            <a:extLst>
              <a:ext uri="{FF2B5EF4-FFF2-40B4-BE49-F238E27FC236}">
                <a16:creationId xmlns:a16="http://schemas.microsoft.com/office/drawing/2014/main" id="{257FA4E7-7927-FD4D-2B32-646583F5A80E}"/>
              </a:ext>
            </a:extLst>
          </p:cNvPr>
          <p:cNvSpPr txBox="1">
            <a:spLocks/>
          </p:cNvSpPr>
          <p:nvPr/>
        </p:nvSpPr>
        <p:spPr>
          <a:xfrm>
            <a:off x="4475015" y="0"/>
            <a:ext cx="9337970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s-MX" sz="5500" spc="-265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Arial MT"/>
              </a:rPr>
              <a:t>Arquitectura actualizada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B8B36CD-5F1B-5B66-310F-C1CA7464DB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98" y="1104900"/>
            <a:ext cx="11557000" cy="89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82800" y="9442748"/>
            <a:ext cx="3248025" cy="468630"/>
          </a:xfrm>
          <a:custGeom>
            <a:avLst/>
            <a:gdLst/>
            <a:ahLst/>
            <a:cxnLst/>
            <a:rect l="l" t="t" r="r" b="b"/>
            <a:pathLst>
              <a:path w="3248025" h="468629">
                <a:moveTo>
                  <a:pt x="1950237" y="389246"/>
                </a:moveTo>
                <a:lnTo>
                  <a:pt x="1930930" y="389246"/>
                </a:lnTo>
                <a:lnTo>
                  <a:pt x="1994366" y="452682"/>
                </a:lnTo>
                <a:lnTo>
                  <a:pt x="3173672" y="452682"/>
                </a:lnTo>
                <a:lnTo>
                  <a:pt x="3176809" y="458957"/>
                </a:lnTo>
                <a:lnTo>
                  <a:pt x="3181680" y="463914"/>
                </a:lnTo>
                <a:lnTo>
                  <a:pt x="3187885" y="467170"/>
                </a:lnTo>
                <a:lnTo>
                  <a:pt x="3195025" y="468341"/>
                </a:lnTo>
                <a:lnTo>
                  <a:pt x="3203746" y="466576"/>
                </a:lnTo>
                <a:lnTo>
                  <a:pt x="3210873" y="461768"/>
                </a:lnTo>
                <a:lnTo>
                  <a:pt x="3215682" y="454641"/>
                </a:lnTo>
                <a:lnTo>
                  <a:pt x="3217446" y="445920"/>
                </a:lnTo>
                <a:lnTo>
                  <a:pt x="3216078" y="439158"/>
                </a:lnTo>
                <a:lnTo>
                  <a:pt x="2000149" y="439158"/>
                </a:lnTo>
                <a:lnTo>
                  <a:pt x="1950237" y="389246"/>
                </a:lnTo>
                <a:close/>
              </a:path>
              <a:path w="3248025" h="468629">
                <a:moveTo>
                  <a:pt x="3195025" y="423499"/>
                </a:moveTo>
                <a:lnTo>
                  <a:pt x="3187848" y="424670"/>
                </a:lnTo>
                <a:lnTo>
                  <a:pt x="3181646" y="427926"/>
                </a:lnTo>
                <a:lnTo>
                  <a:pt x="3176796" y="432883"/>
                </a:lnTo>
                <a:lnTo>
                  <a:pt x="3173672" y="439158"/>
                </a:lnTo>
                <a:lnTo>
                  <a:pt x="3216078" y="439158"/>
                </a:lnTo>
                <a:lnTo>
                  <a:pt x="3195025" y="423499"/>
                </a:lnTo>
                <a:close/>
              </a:path>
              <a:path w="3248025" h="468629">
                <a:moveTo>
                  <a:pt x="1147759" y="389246"/>
                </a:moveTo>
                <a:lnTo>
                  <a:pt x="1132151" y="389246"/>
                </a:lnTo>
                <a:lnTo>
                  <a:pt x="1112044" y="424033"/>
                </a:lnTo>
                <a:lnTo>
                  <a:pt x="161926" y="424033"/>
                </a:lnTo>
                <a:lnTo>
                  <a:pt x="161926" y="437646"/>
                </a:lnTo>
                <a:lnTo>
                  <a:pt x="1119873" y="437646"/>
                </a:lnTo>
                <a:lnTo>
                  <a:pt x="1147759" y="389246"/>
                </a:lnTo>
                <a:close/>
              </a:path>
              <a:path w="3248025" h="468629">
                <a:moveTo>
                  <a:pt x="22420" y="360064"/>
                </a:moveTo>
                <a:lnTo>
                  <a:pt x="13700" y="361828"/>
                </a:lnTo>
                <a:lnTo>
                  <a:pt x="6572" y="366636"/>
                </a:lnTo>
                <a:lnTo>
                  <a:pt x="1764" y="373764"/>
                </a:lnTo>
                <a:lnTo>
                  <a:pt x="0" y="382484"/>
                </a:lnTo>
                <a:lnTo>
                  <a:pt x="1764" y="391205"/>
                </a:lnTo>
                <a:lnTo>
                  <a:pt x="6572" y="398332"/>
                </a:lnTo>
                <a:lnTo>
                  <a:pt x="13700" y="403140"/>
                </a:lnTo>
                <a:lnTo>
                  <a:pt x="22420" y="404905"/>
                </a:lnTo>
                <a:lnTo>
                  <a:pt x="29598" y="403734"/>
                </a:lnTo>
                <a:lnTo>
                  <a:pt x="35799" y="400478"/>
                </a:lnTo>
                <a:lnTo>
                  <a:pt x="40649" y="395521"/>
                </a:lnTo>
                <a:lnTo>
                  <a:pt x="43773" y="389246"/>
                </a:lnTo>
                <a:lnTo>
                  <a:pt x="2986923" y="389246"/>
                </a:lnTo>
                <a:lnTo>
                  <a:pt x="2986923" y="375811"/>
                </a:lnTo>
                <a:lnTo>
                  <a:pt x="43817" y="375811"/>
                </a:lnTo>
                <a:lnTo>
                  <a:pt x="40637" y="369447"/>
                </a:lnTo>
                <a:lnTo>
                  <a:pt x="35766" y="364490"/>
                </a:lnTo>
                <a:lnTo>
                  <a:pt x="29560" y="361234"/>
                </a:lnTo>
                <a:lnTo>
                  <a:pt x="22420" y="360064"/>
                </a:lnTo>
                <a:close/>
              </a:path>
              <a:path w="3248025" h="468629">
                <a:moveTo>
                  <a:pt x="1244521" y="222070"/>
                </a:moveTo>
                <a:lnTo>
                  <a:pt x="1228722" y="222070"/>
                </a:lnTo>
                <a:lnTo>
                  <a:pt x="1139929" y="375811"/>
                </a:lnTo>
                <a:lnTo>
                  <a:pt x="1155817" y="375811"/>
                </a:lnTo>
                <a:lnTo>
                  <a:pt x="1244521" y="222070"/>
                </a:lnTo>
                <a:close/>
              </a:path>
              <a:path w="3248025" h="468629">
                <a:moveTo>
                  <a:pt x="1782972" y="222070"/>
                </a:moveTo>
                <a:lnTo>
                  <a:pt x="1763576" y="222070"/>
                </a:lnTo>
                <a:lnTo>
                  <a:pt x="1917317" y="375811"/>
                </a:lnTo>
                <a:lnTo>
                  <a:pt x="1936713" y="375811"/>
                </a:lnTo>
                <a:lnTo>
                  <a:pt x="1782972" y="222070"/>
                </a:lnTo>
                <a:close/>
              </a:path>
              <a:path w="3248025" h="468629">
                <a:moveTo>
                  <a:pt x="915011" y="222070"/>
                </a:moveTo>
                <a:lnTo>
                  <a:pt x="899264" y="222070"/>
                </a:lnTo>
                <a:lnTo>
                  <a:pt x="881432" y="252943"/>
                </a:lnTo>
                <a:lnTo>
                  <a:pt x="200984" y="252943"/>
                </a:lnTo>
                <a:lnTo>
                  <a:pt x="200984" y="266644"/>
                </a:lnTo>
                <a:lnTo>
                  <a:pt x="889261" y="266644"/>
                </a:lnTo>
                <a:lnTo>
                  <a:pt x="915011" y="222070"/>
                </a:lnTo>
                <a:close/>
              </a:path>
              <a:path w="3248025" h="468629">
                <a:moveTo>
                  <a:pt x="148936" y="192799"/>
                </a:moveTo>
                <a:lnTo>
                  <a:pt x="140216" y="194563"/>
                </a:lnTo>
                <a:lnTo>
                  <a:pt x="133088" y="199371"/>
                </a:lnTo>
                <a:lnTo>
                  <a:pt x="128280" y="206499"/>
                </a:lnTo>
                <a:lnTo>
                  <a:pt x="126516" y="215219"/>
                </a:lnTo>
                <a:lnTo>
                  <a:pt x="128280" y="223940"/>
                </a:lnTo>
                <a:lnTo>
                  <a:pt x="133088" y="231067"/>
                </a:lnTo>
                <a:lnTo>
                  <a:pt x="140216" y="235876"/>
                </a:lnTo>
                <a:lnTo>
                  <a:pt x="148936" y="237640"/>
                </a:lnTo>
                <a:lnTo>
                  <a:pt x="156114" y="236469"/>
                </a:lnTo>
                <a:lnTo>
                  <a:pt x="162315" y="233214"/>
                </a:lnTo>
                <a:lnTo>
                  <a:pt x="167166" y="228256"/>
                </a:lnTo>
                <a:lnTo>
                  <a:pt x="170245" y="222070"/>
                </a:lnTo>
                <a:lnTo>
                  <a:pt x="3247251" y="222070"/>
                </a:lnTo>
                <a:lnTo>
                  <a:pt x="3247251" y="208458"/>
                </a:lnTo>
                <a:lnTo>
                  <a:pt x="170289" y="208458"/>
                </a:lnTo>
                <a:lnTo>
                  <a:pt x="167153" y="202183"/>
                </a:lnTo>
                <a:lnTo>
                  <a:pt x="162282" y="197225"/>
                </a:lnTo>
                <a:lnTo>
                  <a:pt x="156076" y="193969"/>
                </a:lnTo>
                <a:lnTo>
                  <a:pt x="148936" y="192799"/>
                </a:lnTo>
                <a:close/>
              </a:path>
              <a:path w="3248025" h="468629">
                <a:moveTo>
                  <a:pt x="1996679" y="0"/>
                </a:moveTo>
                <a:lnTo>
                  <a:pt x="1027522" y="0"/>
                </a:lnTo>
                <a:lnTo>
                  <a:pt x="907144" y="208458"/>
                </a:lnTo>
                <a:lnTo>
                  <a:pt x="922878" y="208458"/>
                </a:lnTo>
                <a:lnTo>
                  <a:pt x="1035440" y="13523"/>
                </a:lnTo>
                <a:lnTo>
                  <a:pt x="2010202" y="13523"/>
                </a:lnTo>
                <a:lnTo>
                  <a:pt x="1996679" y="0"/>
                </a:lnTo>
                <a:close/>
              </a:path>
              <a:path w="3248025" h="468629">
                <a:moveTo>
                  <a:pt x="1691599" y="130697"/>
                </a:moveTo>
                <a:lnTo>
                  <a:pt x="1281444" y="130697"/>
                </a:lnTo>
                <a:lnTo>
                  <a:pt x="1236589" y="208458"/>
                </a:lnTo>
                <a:lnTo>
                  <a:pt x="1252299" y="208458"/>
                </a:lnTo>
                <a:lnTo>
                  <a:pt x="1289273" y="144488"/>
                </a:lnTo>
                <a:lnTo>
                  <a:pt x="1705389" y="144488"/>
                </a:lnTo>
                <a:lnTo>
                  <a:pt x="1691599" y="130697"/>
                </a:lnTo>
                <a:close/>
              </a:path>
              <a:path w="3248025" h="468629">
                <a:moveTo>
                  <a:pt x="1705389" y="144488"/>
                </a:moveTo>
                <a:lnTo>
                  <a:pt x="1685994" y="144488"/>
                </a:lnTo>
                <a:lnTo>
                  <a:pt x="1749964" y="208458"/>
                </a:lnTo>
                <a:lnTo>
                  <a:pt x="1769359" y="208458"/>
                </a:lnTo>
                <a:lnTo>
                  <a:pt x="1705389" y="144488"/>
                </a:lnTo>
                <a:close/>
              </a:path>
              <a:path w="3248025" h="468629">
                <a:moveTo>
                  <a:pt x="2010202" y="13523"/>
                </a:moveTo>
                <a:lnTo>
                  <a:pt x="1990985" y="13523"/>
                </a:lnTo>
                <a:lnTo>
                  <a:pt x="2124975" y="147513"/>
                </a:lnTo>
                <a:lnTo>
                  <a:pt x="3203655" y="147513"/>
                </a:lnTo>
                <a:lnTo>
                  <a:pt x="3206791" y="153788"/>
                </a:lnTo>
                <a:lnTo>
                  <a:pt x="3211663" y="158745"/>
                </a:lnTo>
                <a:lnTo>
                  <a:pt x="3217868" y="162001"/>
                </a:lnTo>
                <a:lnTo>
                  <a:pt x="3225008" y="163171"/>
                </a:lnTo>
                <a:lnTo>
                  <a:pt x="3233729" y="161407"/>
                </a:lnTo>
                <a:lnTo>
                  <a:pt x="3240856" y="156599"/>
                </a:lnTo>
                <a:lnTo>
                  <a:pt x="3245665" y="149471"/>
                </a:lnTo>
                <a:lnTo>
                  <a:pt x="3247429" y="140751"/>
                </a:lnTo>
                <a:lnTo>
                  <a:pt x="3246061" y="133989"/>
                </a:lnTo>
                <a:lnTo>
                  <a:pt x="2130669" y="133989"/>
                </a:lnTo>
                <a:lnTo>
                  <a:pt x="2010202" y="13523"/>
                </a:lnTo>
                <a:close/>
              </a:path>
              <a:path w="3248025" h="468629">
                <a:moveTo>
                  <a:pt x="3225008" y="118330"/>
                </a:moveTo>
                <a:lnTo>
                  <a:pt x="3217831" y="119501"/>
                </a:lnTo>
                <a:lnTo>
                  <a:pt x="3211629" y="122757"/>
                </a:lnTo>
                <a:lnTo>
                  <a:pt x="3206779" y="127714"/>
                </a:lnTo>
                <a:lnTo>
                  <a:pt x="3203655" y="133989"/>
                </a:lnTo>
                <a:lnTo>
                  <a:pt x="3246061" y="133989"/>
                </a:lnTo>
                <a:lnTo>
                  <a:pt x="3245664" y="132030"/>
                </a:lnTo>
                <a:lnTo>
                  <a:pt x="3240856" y="124903"/>
                </a:lnTo>
                <a:lnTo>
                  <a:pt x="3233729" y="120094"/>
                </a:lnTo>
                <a:lnTo>
                  <a:pt x="3225008" y="118330"/>
                </a:lnTo>
                <a:close/>
              </a:path>
              <a:path w="3248025" h="468629">
                <a:moveTo>
                  <a:pt x="2202379" y="17260"/>
                </a:moveTo>
                <a:lnTo>
                  <a:pt x="2094547" y="17260"/>
                </a:lnTo>
                <a:lnTo>
                  <a:pt x="2177379" y="100091"/>
                </a:lnTo>
                <a:lnTo>
                  <a:pt x="2285211" y="100091"/>
                </a:lnTo>
                <a:lnTo>
                  <a:pt x="2202379" y="17260"/>
                </a:lnTo>
                <a:close/>
              </a:path>
              <a:path w="3248025" h="468629">
                <a:moveTo>
                  <a:pt x="2303628" y="17260"/>
                </a:moveTo>
                <a:lnTo>
                  <a:pt x="2234053" y="17260"/>
                </a:lnTo>
                <a:lnTo>
                  <a:pt x="2316885" y="100091"/>
                </a:lnTo>
                <a:lnTo>
                  <a:pt x="2386460" y="100091"/>
                </a:lnTo>
                <a:lnTo>
                  <a:pt x="2303628" y="17260"/>
                </a:lnTo>
                <a:close/>
              </a:path>
              <a:path w="3248025" h="468629">
                <a:moveTo>
                  <a:pt x="2404699" y="17260"/>
                </a:moveTo>
                <a:lnTo>
                  <a:pt x="2335124" y="17260"/>
                </a:lnTo>
                <a:lnTo>
                  <a:pt x="2417955" y="100091"/>
                </a:lnTo>
                <a:lnTo>
                  <a:pt x="2487531" y="100091"/>
                </a:lnTo>
                <a:lnTo>
                  <a:pt x="2404699" y="17260"/>
                </a:lnTo>
                <a:close/>
              </a:path>
              <a:path w="3248025" h="468629">
                <a:moveTo>
                  <a:pt x="2544027" y="17260"/>
                </a:moveTo>
                <a:lnTo>
                  <a:pt x="2436194" y="17260"/>
                </a:lnTo>
                <a:lnTo>
                  <a:pt x="2519026" y="100091"/>
                </a:lnTo>
                <a:lnTo>
                  <a:pt x="2626858" y="100091"/>
                </a:lnTo>
                <a:lnTo>
                  <a:pt x="2544027" y="17260"/>
                </a:lnTo>
                <a:close/>
              </a:path>
            </a:pathLst>
          </a:custGeom>
          <a:solidFill>
            <a:srgbClr val="37B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91171" y="117263"/>
            <a:ext cx="12705657" cy="170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5500" spc="-16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Ejecución</a:t>
            </a:r>
            <a:r>
              <a:rPr lang="es-MX" sz="5500" spc="-28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s-MX" sz="5500" spc="-10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de</a:t>
            </a:r>
            <a:r>
              <a:rPr lang="es-MX" sz="5500" spc="-28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s-MX" sz="5500" spc="-12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los</a:t>
            </a:r>
            <a:r>
              <a:rPr lang="es-MX" sz="5500" spc="-28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s-MX" sz="5500" spc="-16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servicios</a:t>
            </a:r>
            <a:r>
              <a:rPr lang="es-MX" sz="5500" spc="-34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s-MX" sz="550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y</a:t>
            </a:r>
            <a:r>
              <a:rPr lang="es-MX" sz="5500" spc="-34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s-MX" sz="5500" spc="-12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sus</a:t>
            </a:r>
            <a:r>
              <a:rPr lang="es-MX" sz="5500" spc="-28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s-MX" sz="5500" spc="-19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principales</a:t>
            </a:r>
            <a:r>
              <a:rPr lang="es-MX" sz="5500" spc="-28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s-MX" sz="5500" spc="-9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funciones</a:t>
            </a:r>
            <a:endParaRPr lang="es-MX" sz="5500"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E05F87D-68B3-633D-20CF-721B00DA90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07" t="17713"/>
          <a:stretch/>
        </p:blipFill>
        <p:spPr>
          <a:xfrm>
            <a:off x="2858605" y="2077802"/>
            <a:ext cx="12705657" cy="386541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845C046-A87E-A07A-D775-17AF9E86EB35}"/>
              </a:ext>
            </a:extLst>
          </p:cNvPr>
          <p:cNvSpPr txBox="1"/>
          <p:nvPr/>
        </p:nvSpPr>
        <p:spPr>
          <a:xfrm>
            <a:off x="2729691" y="5985630"/>
            <a:ext cx="14430029" cy="4146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78790" marR="1370965" indent="-457200">
              <a:lnSpc>
                <a:spcPct val="136900"/>
              </a:lnSpc>
              <a:spcBef>
                <a:spcPts val="100"/>
              </a:spcBef>
              <a:buClr>
                <a:schemeClr val="tx2">
                  <a:lumMod val="40000"/>
                  <a:lumOff val="60000"/>
                </a:schemeClr>
              </a:buClr>
              <a:buSzPct val="150000"/>
              <a:buFont typeface="Wingdings" panose="05000000000000000000" pitchFamily="2" charset="2"/>
              <a:buChar char="q"/>
            </a:pPr>
            <a:r>
              <a:rPr lang="es-MX" sz="2600" spc="-100" dirty="0">
                <a:solidFill>
                  <a:srgbClr val="FFFFFF"/>
                </a:solidFill>
                <a:latin typeface="Arial MT"/>
                <a:cs typeface="Arial MT"/>
              </a:rPr>
              <a:t>Usuarios</a:t>
            </a:r>
            <a:r>
              <a:rPr lang="es-MX" sz="2600" spc="-1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0" dirty="0">
                <a:solidFill>
                  <a:srgbClr val="FFFFFF"/>
                </a:solidFill>
                <a:latin typeface="Arial MT"/>
                <a:cs typeface="Arial MT"/>
              </a:rPr>
              <a:t>Puerto:</a:t>
            </a:r>
            <a:r>
              <a:rPr lang="es-MX" sz="2600" spc="-1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25" dirty="0">
                <a:solidFill>
                  <a:srgbClr val="FFFFFF"/>
                </a:solidFill>
                <a:latin typeface="Arial MT"/>
                <a:cs typeface="Arial MT"/>
              </a:rPr>
              <a:t>5001</a:t>
            </a:r>
            <a:r>
              <a:rPr lang="es-MX" sz="2600" spc="245" dirty="0">
                <a:solidFill>
                  <a:srgbClr val="FFFFFF"/>
                </a:solidFill>
                <a:latin typeface="Arial MT"/>
                <a:cs typeface="Arial MT"/>
              </a:rPr>
              <a:t>        </a:t>
            </a:r>
            <a:r>
              <a:rPr lang="es-MX" sz="2600" spc="-125" dirty="0">
                <a:solidFill>
                  <a:srgbClr val="FFFFFF"/>
                </a:solidFill>
                <a:latin typeface="Arial MT"/>
                <a:cs typeface="Arial MT"/>
              </a:rPr>
              <a:t>Tecnologías:</a:t>
            </a:r>
            <a:r>
              <a:rPr lang="es-MX" sz="2600" spc="-1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0" dirty="0">
                <a:solidFill>
                  <a:srgbClr val="FFFFFF"/>
                </a:solidFill>
                <a:latin typeface="Arial MT"/>
                <a:cs typeface="Arial MT"/>
              </a:rPr>
              <a:t>Python,</a:t>
            </a:r>
            <a:r>
              <a:rPr lang="es-MX" sz="2600" spc="-1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95" dirty="0">
                <a:solidFill>
                  <a:srgbClr val="FFFFFF"/>
                </a:solidFill>
                <a:latin typeface="Arial MT"/>
                <a:cs typeface="Arial MT"/>
              </a:rPr>
              <a:t>Flask,</a:t>
            </a:r>
            <a:r>
              <a:rPr lang="es-MX" sz="2600" spc="-1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30" dirty="0">
                <a:solidFill>
                  <a:srgbClr val="FFFFFF"/>
                </a:solidFill>
                <a:latin typeface="Arial MT"/>
                <a:cs typeface="Arial MT"/>
              </a:rPr>
              <a:t>SQLite </a:t>
            </a:r>
            <a:r>
              <a:rPr lang="es-MX" sz="2600" spc="-10" dirty="0">
                <a:solidFill>
                  <a:srgbClr val="FFFFFF"/>
                </a:solidFill>
                <a:latin typeface="Arial MT"/>
                <a:cs typeface="Arial MT"/>
              </a:rPr>
              <a:t>Funciones</a:t>
            </a:r>
            <a:endParaRPr lang="es-MX" sz="2600" dirty="0">
              <a:latin typeface="Arial MT"/>
              <a:cs typeface="Arial MT"/>
            </a:endParaRPr>
          </a:p>
          <a:p>
            <a:pPr marL="1076325" lvl="1" indent="-457200"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es-MX" sz="2600" spc="-100" dirty="0">
                <a:solidFill>
                  <a:srgbClr val="FFFFFF"/>
                </a:solidFill>
                <a:latin typeface="Arial MT"/>
                <a:cs typeface="Arial MT"/>
              </a:rPr>
              <a:t>Registro</a:t>
            </a:r>
            <a:r>
              <a:rPr lang="es-MX" sz="26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7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6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" dirty="0">
                <a:solidFill>
                  <a:srgbClr val="FFFFFF"/>
                </a:solidFill>
                <a:latin typeface="Arial MT"/>
                <a:cs typeface="Arial MT"/>
              </a:rPr>
              <a:t>usuarios</a:t>
            </a:r>
            <a:endParaRPr lang="es-MX" sz="2600" dirty="0">
              <a:latin typeface="Arial MT"/>
              <a:cs typeface="Arial MT"/>
            </a:endParaRPr>
          </a:p>
          <a:p>
            <a:pPr marL="1076325" marR="2935605" indent="-457200">
              <a:lnSpc>
                <a:spcPct val="109400"/>
              </a:lnSpc>
              <a:buFont typeface="Arial" panose="020B0604020202020204" pitchFamily="34" charset="0"/>
              <a:buChar char="•"/>
            </a:pPr>
            <a:r>
              <a:rPr lang="es-MX" sz="2600" spc="-95" dirty="0">
                <a:solidFill>
                  <a:srgbClr val="FFFFFF"/>
                </a:solidFill>
                <a:latin typeface="Arial MT"/>
                <a:cs typeface="Arial MT"/>
              </a:rPr>
              <a:t>Inicio</a:t>
            </a:r>
            <a:r>
              <a:rPr lang="es-MX" sz="26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7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60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0" dirty="0">
                <a:solidFill>
                  <a:srgbClr val="FFFFFF"/>
                </a:solidFill>
                <a:latin typeface="Arial MT"/>
                <a:cs typeface="Arial MT"/>
              </a:rPr>
              <a:t>sesión</a:t>
            </a:r>
            <a:r>
              <a:rPr lang="es-MX" sz="260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5" dirty="0">
                <a:solidFill>
                  <a:srgbClr val="FFFFFF"/>
                </a:solidFill>
                <a:latin typeface="Arial MT"/>
                <a:cs typeface="Arial MT"/>
              </a:rPr>
              <a:t>(generación</a:t>
            </a:r>
            <a:r>
              <a:rPr lang="es-MX" sz="260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7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60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20" dirty="0">
                <a:solidFill>
                  <a:srgbClr val="FFFFFF"/>
                </a:solidFill>
                <a:latin typeface="Arial MT"/>
                <a:cs typeface="Arial MT"/>
              </a:rPr>
              <a:t>JWT) </a:t>
            </a:r>
            <a:r>
              <a:rPr lang="es-MX" sz="2600" spc="-100" dirty="0">
                <a:solidFill>
                  <a:srgbClr val="FFFFFF"/>
                </a:solidFill>
                <a:latin typeface="Arial MT"/>
                <a:cs typeface="Arial MT"/>
              </a:rPr>
              <a:t>Gestión</a:t>
            </a:r>
            <a:r>
              <a:rPr lang="es-MX" sz="26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7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60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95" dirty="0">
                <a:solidFill>
                  <a:srgbClr val="FFFFFF"/>
                </a:solidFill>
                <a:latin typeface="Arial MT"/>
                <a:cs typeface="Arial MT"/>
              </a:rPr>
              <a:t>roles</a:t>
            </a:r>
            <a:r>
              <a:rPr lang="es-MX" sz="26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0" dirty="0">
                <a:solidFill>
                  <a:srgbClr val="FFFFFF"/>
                </a:solidFill>
                <a:latin typeface="Arial MT"/>
                <a:cs typeface="Arial MT"/>
              </a:rPr>
              <a:t>(admin</a:t>
            </a:r>
            <a:r>
              <a:rPr lang="es-MX" sz="260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lang="es-MX" sz="26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" dirty="0">
                <a:solidFill>
                  <a:srgbClr val="FFFFFF"/>
                </a:solidFill>
                <a:latin typeface="Arial MT"/>
                <a:cs typeface="Arial MT"/>
              </a:rPr>
              <a:t>usuario)</a:t>
            </a:r>
            <a:endParaRPr lang="es-MX" sz="2600" dirty="0">
              <a:latin typeface="Arial MT"/>
              <a:cs typeface="Arial MT"/>
            </a:endParaRPr>
          </a:p>
          <a:p>
            <a:pPr marL="1076325" indent="-457200">
              <a:lnSpc>
                <a:spcPct val="100000"/>
              </a:lnSpc>
              <a:spcBef>
                <a:spcPts val="225"/>
              </a:spcBef>
              <a:buFont typeface="Arial" panose="020B0604020202020204" pitchFamily="34" charset="0"/>
              <a:buChar char="•"/>
            </a:pPr>
            <a:r>
              <a:rPr lang="es-MX" sz="2600" spc="-105" dirty="0">
                <a:solidFill>
                  <a:srgbClr val="FFFFFF"/>
                </a:solidFill>
                <a:latin typeface="Arial MT"/>
                <a:cs typeface="Arial MT"/>
              </a:rPr>
              <a:t>Creación</a:t>
            </a:r>
            <a:r>
              <a:rPr lang="es-MX" sz="260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5" dirty="0">
                <a:solidFill>
                  <a:srgbClr val="FFFFFF"/>
                </a:solidFill>
                <a:latin typeface="Arial MT"/>
                <a:cs typeface="Arial MT"/>
              </a:rPr>
              <a:t>automática</a:t>
            </a:r>
            <a:r>
              <a:rPr lang="es-MX" sz="260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7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60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0" dirty="0">
                <a:solidFill>
                  <a:srgbClr val="FFFFFF"/>
                </a:solidFill>
                <a:latin typeface="Arial MT"/>
                <a:cs typeface="Arial MT"/>
              </a:rPr>
              <a:t>usuario</a:t>
            </a:r>
            <a:r>
              <a:rPr lang="es-MX" sz="260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" dirty="0">
                <a:solidFill>
                  <a:srgbClr val="FFFFFF"/>
                </a:solidFill>
                <a:latin typeface="Arial MT"/>
                <a:cs typeface="Arial MT"/>
              </a:rPr>
              <a:t>administrador</a:t>
            </a:r>
          </a:p>
          <a:p>
            <a:pPr marL="1076325" indent="-457200">
              <a:lnSpc>
                <a:spcPct val="100000"/>
              </a:lnSpc>
              <a:spcBef>
                <a:spcPts val="225"/>
              </a:spcBef>
              <a:buFont typeface="Arial" panose="020B0604020202020204" pitchFamily="34" charset="0"/>
              <a:buChar char="•"/>
            </a:pPr>
            <a:endParaRPr lang="es-MX" sz="2600" dirty="0">
              <a:latin typeface="Arial MT"/>
              <a:cs typeface="Arial MT"/>
            </a:endParaRPr>
          </a:p>
          <a:p>
            <a:pPr marL="469900" marR="1653539" indent="-457200">
              <a:lnSpc>
                <a:spcPct val="177500"/>
              </a:lnSpc>
              <a:spcBef>
                <a:spcPts val="525"/>
              </a:spcBef>
              <a:buClr>
                <a:schemeClr val="accent3">
                  <a:lumMod val="60000"/>
                  <a:lumOff val="40000"/>
                </a:schemeClr>
              </a:buClr>
              <a:buSzPct val="150000"/>
              <a:buFont typeface="Wingdings" panose="05000000000000000000" pitchFamily="2" charset="2"/>
              <a:buChar char="q"/>
            </a:pPr>
            <a:r>
              <a:rPr lang="es-MX" sz="2600" spc="-135" dirty="0">
                <a:solidFill>
                  <a:srgbClr val="FFFFFF"/>
                </a:solidFill>
                <a:latin typeface="Arial MT"/>
                <a:cs typeface="Arial MT"/>
              </a:rPr>
              <a:t>Tareas</a:t>
            </a:r>
            <a:r>
              <a:rPr lang="es-MX" sz="260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0" dirty="0">
                <a:solidFill>
                  <a:srgbClr val="FFFFFF"/>
                </a:solidFill>
                <a:latin typeface="Arial MT"/>
                <a:cs typeface="Arial MT"/>
              </a:rPr>
              <a:t>Puerto:</a:t>
            </a:r>
            <a:r>
              <a:rPr lang="es-MX" sz="260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95" dirty="0">
                <a:solidFill>
                  <a:srgbClr val="FFFFFF"/>
                </a:solidFill>
                <a:latin typeface="Arial MT"/>
                <a:cs typeface="Arial MT"/>
              </a:rPr>
              <a:t>5002</a:t>
            </a:r>
            <a:r>
              <a:rPr lang="es-MX" sz="2600" spc="-185" dirty="0">
                <a:solidFill>
                  <a:srgbClr val="FFFFFF"/>
                </a:solidFill>
                <a:latin typeface="Arial MT"/>
                <a:cs typeface="Arial MT"/>
              </a:rPr>
              <a:t>                      </a:t>
            </a:r>
            <a:r>
              <a:rPr lang="es-MX" sz="2600" spc="-125" dirty="0">
                <a:solidFill>
                  <a:srgbClr val="FFFFFF"/>
                </a:solidFill>
                <a:latin typeface="Arial MT"/>
                <a:cs typeface="Arial MT"/>
              </a:rPr>
              <a:t>Tecnologías:</a:t>
            </a:r>
            <a:r>
              <a:rPr lang="es-MX" sz="260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0" dirty="0">
                <a:solidFill>
                  <a:srgbClr val="FFFFFF"/>
                </a:solidFill>
                <a:latin typeface="Arial MT"/>
                <a:cs typeface="Arial MT"/>
              </a:rPr>
              <a:t>Python,</a:t>
            </a:r>
            <a:r>
              <a:rPr lang="es-MX" sz="260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95" dirty="0">
                <a:solidFill>
                  <a:srgbClr val="FFFFFF"/>
                </a:solidFill>
                <a:latin typeface="Arial MT"/>
                <a:cs typeface="Arial MT"/>
              </a:rPr>
              <a:t>Flask,</a:t>
            </a:r>
            <a:r>
              <a:rPr lang="es-MX" sz="260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30" dirty="0">
                <a:solidFill>
                  <a:srgbClr val="FFFFFF"/>
                </a:solidFill>
                <a:latin typeface="Arial MT"/>
                <a:cs typeface="Arial MT"/>
              </a:rPr>
              <a:t>SQLite </a:t>
            </a:r>
            <a:r>
              <a:rPr lang="es-MX" sz="2600" spc="-10" dirty="0">
                <a:solidFill>
                  <a:srgbClr val="FFFFFF"/>
                </a:solidFill>
                <a:latin typeface="Arial MT"/>
                <a:cs typeface="Arial MT"/>
              </a:rPr>
              <a:t>Funciones</a:t>
            </a:r>
            <a:endParaRPr lang="es-MX" sz="2600" dirty="0">
              <a:latin typeface="Arial MT"/>
              <a:cs typeface="Arial MT"/>
            </a:endParaRPr>
          </a:p>
          <a:p>
            <a:pPr marL="1076325" marR="3451860" indent="-457200">
              <a:lnSpc>
                <a:spcPct val="109400"/>
              </a:lnSpc>
              <a:spcBef>
                <a:spcPts val="1380"/>
              </a:spcBef>
              <a:buFont typeface="Arial" panose="020B0604020202020204" pitchFamily="34" charset="0"/>
              <a:buChar char="•"/>
            </a:pPr>
            <a:r>
              <a:rPr lang="es-MX" sz="2600" spc="-105" dirty="0">
                <a:solidFill>
                  <a:srgbClr val="FFFFFF"/>
                </a:solidFill>
                <a:latin typeface="Arial MT"/>
                <a:cs typeface="Arial MT"/>
              </a:rPr>
              <a:t>Creación</a:t>
            </a:r>
            <a:r>
              <a:rPr lang="es-MX" sz="260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7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60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95" dirty="0">
                <a:solidFill>
                  <a:srgbClr val="FFFFFF"/>
                </a:solidFill>
                <a:latin typeface="Arial MT"/>
                <a:cs typeface="Arial MT"/>
              </a:rPr>
              <a:t>tareas</a:t>
            </a:r>
            <a:r>
              <a:rPr lang="es-MX" sz="260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95" dirty="0">
                <a:solidFill>
                  <a:srgbClr val="FFFFFF"/>
                </a:solidFill>
                <a:latin typeface="Arial MT"/>
                <a:cs typeface="Arial MT"/>
              </a:rPr>
              <a:t>(solo</a:t>
            </a:r>
            <a:r>
              <a:rPr lang="es-MX" sz="260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60" dirty="0">
                <a:solidFill>
                  <a:srgbClr val="FFFFFF"/>
                </a:solidFill>
                <a:latin typeface="Arial MT"/>
                <a:cs typeface="Arial MT"/>
              </a:rPr>
              <a:t>admin) </a:t>
            </a:r>
            <a:r>
              <a:rPr lang="es-MX" sz="2600" spc="-105" dirty="0">
                <a:solidFill>
                  <a:srgbClr val="FFFFFF"/>
                </a:solidFill>
                <a:latin typeface="Arial MT"/>
                <a:cs typeface="Arial MT"/>
              </a:rPr>
              <a:t>Consulta</a:t>
            </a:r>
            <a:r>
              <a:rPr lang="es-MX" sz="260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7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6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" dirty="0">
                <a:solidFill>
                  <a:srgbClr val="FFFFFF"/>
                </a:solidFill>
                <a:latin typeface="Arial MT"/>
                <a:cs typeface="Arial MT"/>
              </a:rPr>
              <a:t>tareas</a:t>
            </a:r>
            <a:endParaRPr lang="es-MX" sz="2600" dirty="0">
              <a:latin typeface="Arial MT"/>
              <a:cs typeface="Arial MT"/>
            </a:endParaRPr>
          </a:p>
          <a:p>
            <a:pPr marL="1076325" indent="-457200">
              <a:lnSpc>
                <a:spcPct val="100000"/>
              </a:lnSpc>
              <a:spcBef>
                <a:spcPts val="225"/>
              </a:spcBef>
              <a:buFont typeface="Arial" panose="020B0604020202020204" pitchFamily="34" charset="0"/>
              <a:buChar char="•"/>
            </a:pPr>
            <a:r>
              <a:rPr lang="es-MX" sz="2600" spc="-100" dirty="0">
                <a:solidFill>
                  <a:srgbClr val="FFFFFF"/>
                </a:solidFill>
                <a:latin typeface="Arial MT"/>
                <a:cs typeface="Arial MT"/>
              </a:rPr>
              <a:t>Marcado</a:t>
            </a:r>
            <a:r>
              <a:rPr lang="es-MX" sz="26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7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60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95" dirty="0">
                <a:solidFill>
                  <a:srgbClr val="FFFFFF"/>
                </a:solidFill>
                <a:latin typeface="Arial MT"/>
                <a:cs typeface="Arial MT"/>
              </a:rPr>
              <a:t>tareas</a:t>
            </a:r>
            <a:r>
              <a:rPr lang="es-MX" sz="26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90" dirty="0">
                <a:solidFill>
                  <a:srgbClr val="FFFFFF"/>
                </a:solidFill>
                <a:latin typeface="Arial MT"/>
                <a:cs typeface="Arial MT"/>
              </a:rPr>
              <a:t>como</a:t>
            </a:r>
            <a:r>
              <a:rPr lang="es-MX" sz="260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" dirty="0">
                <a:solidFill>
                  <a:srgbClr val="FFFFFF"/>
                </a:solidFill>
                <a:latin typeface="Arial MT"/>
                <a:cs typeface="Arial MT"/>
              </a:rPr>
              <a:t>completadas</a:t>
            </a:r>
            <a:endParaRPr lang="es-MX" sz="2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82800" y="9442748"/>
            <a:ext cx="3248025" cy="468630"/>
          </a:xfrm>
          <a:custGeom>
            <a:avLst/>
            <a:gdLst/>
            <a:ahLst/>
            <a:cxnLst/>
            <a:rect l="l" t="t" r="r" b="b"/>
            <a:pathLst>
              <a:path w="3248025" h="468629">
                <a:moveTo>
                  <a:pt x="1950237" y="389246"/>
                </a:moveTo>
                <a:lnTo>
                  <a:pt x="1930930" y="389246"/>
                </a:lnTo>
                <a:lnTo>
                  <a:pt x="1994366" y="452682"/>
                </a:lnTo>
                <a:lnTo>
                  <a:pt x="3173672" y="452682"/>
                </a:lnTo>
                <a:lnTo>
                  <a:pt x="3176809" y="458957"/>
                </a:lnTo>
                <a:lnTo>
                  <a:pt x="3181680" y="463914"/>
                </a:lnTo>
                <a:lnTo>
                  <a:pt x="3187885" y="467170"/>
                </a:lnTo>
                <a:lnTo>
                  <a:pt x="3195025" y="468341"/>
                </a:lnTo>
                <a:lnTo>
                  <a:pt x="3203746" y="466576"/>
                </a:lnTo>
                <a:lnTo>
                  <a:pt x="3210873" y="461768"/>
                </a:lnTo>
                <a:lnTo>
                  <a:pt x="3215682" y="454641"/>
                </a:lnTo>
                <a:lnTo>
                  <a:pt x="3217446" y="445920"/>
                </a:lnTo>
                <a:lnTo>
                  <a:pt x="3216078" y="439158"/>
                </a:lnTo>
                <a:lnTo>
                  <a:pt x="2000149" y="439158"/>
                </a:lnTo>
                <a:lnTo>
                  <a:pt x="1950237" y="389246"/>
                </a:lnTo>
                <a:close/>
              </a:path>
              <a:path w="3248025" h="468629">
                <a:moveTo>
                  <a:pt x="3195025" y="423499"/>
                </a:moveTo>
                <a:lnTo>
                  <a:pt x="3187848" y="424670"/>
                </a:lnTo>
                <a:lnTo>
                  <a:pt x="3181646" y="427926"/>
                </a:lnTo>
                <a:lnTo>
                  <a:pt x="3176796" y="432883"/>
                </a:lnTo>
                <a:lnTo>
                  <a:pt x="3173672" y="439158"/>
                </a:lnTo>
                <a:lnTo>
                  <a:pt x="3216078" y="439158"/>
                </a:lnTo>
                <a:lnTo>
                  <a:pt x="3195025" y="423499"/>
                </a:lnTo>
                <a:close/>
              </a:path>
              <a:path w="3248025" h="468629">
                <a:moveTo>
                  <a:pt x="1147759" y="389246"/>
                </a:moveTo>
                <a:lnTo>
                  <a:pt x="1132151" y="389246"/>
                </a:lnTo>
                <a:lnTo>
                  <a:pt x="1112044" y="424033"/>
                </a:lnTo>
                <a:lnTo>
                  <a:pt x="161926" y="424033"/>
                </a:lnTo>
                <a:lnTo>
                  <a:pt x="161926" y="437646"/>
                </a:lnTo>
                <a:lnTo>
                  <a:pt x="1119873" y="437646"/>
                </a:lnTo>
                <a:lnTo>
                  <a:pt x="1147759" y="389246"/>
                </a:lnTo>
                <a:close/>
              </a:path>
              <a:path w="3248025" h="468629">
                <a:moveTo>
                  <a:pt x="22420" y="360064"/>
                </a:moveTo>
                <a:lnTo>
                  <a:pt x="13700" y="361828"/>
                </a:lnTo>
                <a:lnTo>
                  <a:pt x="6572" y="366636"/>
                </a:lnTo>
                <a:lnTo>
                  <a:pt x="1764" y="373764"/>
                </a:lnTo>
                <a:lnTo>
                  <a:pt x="0" y="382484"/>
                </a:lnTo>
                <a:lnTo>
                  <a:pt x="1764" y="391205"/>
                </a:lnTo>
                <a:lnTo>
                  <a:pt x="6572" y="398332"/>
                </a:lnTo>
                <a:lnTo>
                  <a:pt x="13700" y="403140"/>
                </a:lnTo>
                <a:lnTo>
                  <a:pt x="22420" y="404905"/>
                </a:lnTo>
                <a:lnTo>
                  <a:pt x="29598" y="403734"/>
                </a:lnTo>
                <a:lnTo>
                  <a:pt x="35799" y="400478"/>
                </a:lnTo>
                <a:lnTo>
                  <a:pt x="40649" y="395521"/>
                </a:lnTo>
                <a:lnTo>
                  <a:pt x="43773" y="389246"/>
                </a:lnTo>
                <a:lnTo>
                  <a:pt x="2986923" y="389246"/>
                </a:lnTo>
                <a:lnTo>
                  <a:pt x="2986923" y="375811"/>
                </a:lnTo>
                <a:lnTo>
                  <a:pt x="43817" y="375811"/>
                </a:lnTo>
                <a:lnTo>
                  <a:pt x="40637" y="369447"/>
                </a:lnTo>
                <a:lnTo>
                  <a:pt x="35766" y="364490"/>
                </a:lnTo>
                <a:lnTo>
                  <a:pt x="29560" y="361234"/>
                </a:lnTo>
                <a:lnTo>
                  <a:pt x="22420" y="360064"/>
                </a:lnTo>
                <a:close/>
              </a:path>
              <a:path w="3248025" h="468629">
                <a:moveTo>
                  <a:pt x="1244521" y="222070"/>
                </a:moveTo>
                <a:lnTo>
                  <a:pt x="1228722" y="222070"/>
                </a:lnTo>
                <a:lnTo>
                  <a:pt x="1139929" y="375811"/>
                </a:lnTo>
                <a:lnTo>
                  <a:pt x="1155817" y="375811"/>
                </a:lnTo>
                <a:lnTo>
                  <a:pt x="1244521" y="222070"/>
                </a:lnTo>
                <a:close/>
              </a:path>
              <a:path w="3248025" h="468629">
                <a:moveTo>
                  <a:pt x="1782972" y="222070"/>
                </a:moveTo>
                <a:lnTo>
                  <a:pt x="1763576" y="222070"/>
                </a:lnTo>
                <a:lnTo>
                  <a:pt x="1917317" y="375811"/>
                </a:lnTo>
                <a:lnTo>
                  <a:pt x="1936713" y="375811"/>
                </a:lnTo>
                <a:lnTo>
                  <a:pt x="1782972" y="222070"/>
                </a:lnTo>
                <a:close/>
              </a:path>
              <a:path w="3248025" h="468629">
                <a:moveTo>
                  <a:pt x="915011" y="222070"/>
                </a:moveTo>
                <a:lnTo>
                  <a:pt x="899264" y="222070"/>
                </a:lnTo>
                <a:lnTo>
                  <a:pt x="881432" y="252943"/>
                </a:lnTo>
                <a:lnTo>
                  <a:pt x="200984" y="252943"/>
                </a:lnTo>
                <a:lnTo>
                  <a:pt x="200984" y="266644"/>
                </a:lnTo>
                <a:lnTo>
                  <a:pt x="889261" y="266644"/>
                </a:lnTo>
                <a:lnTo>
                  <a:pt x="915011" y="222070"/>
                </a:lnTo>
                <a:close/>
              </a:path>
              <a:path w="3248025" h="468629">
                <a:moveTo>
                  <a:pt x="148936" y="192799"/>
                </a:moveTo>
                <a:lnTo>
                  <a:pt x="140216" y="194563"/>
                </a:lnTo>
                <a:lnTo>
                  <a:pt x="133088" y="199371"/>
                </a:lnTo>
                <a:lnTo>
                  <a:pt x="128280" y="206499"/>
                </a:lnTo>
                <a:lnTo>
                  <a:pt x="126516" y="215219"/>
                </a:lnTo>
                <a:lnTo>
                  <a:pt x="128280" y="223940"/>
                </a:lnTo>
                <a:lnTo>
                  <a:pt x="133088" y="231067"/>
                </a:lnTo>
                <a:lnTo>
                  <a:pt x="140216" y="235876"/>
                </a:lnTo>
                <a:lnTo>
                  <a:pt x="148936" y="237640"/>
                </a:lnTo>
                <a:lnTo>
                  <a:pt x="156114" y="236469"/>
                </a:lnTo>
                <a:lnTo>
                  <a:pt x="162315" y="233214"/>
                </a:lnTo>
                <a:lnTo>
                  <a:pt x="167166" y="228256"/>
                </a:lnTo>
                <a:lnTo>
                  <a:pt x="170245" y="222070"/>
                </a:lnTo>
                <a:lnTo>
                  <a:pt x="3247251" y="222070"/>
                </a:lnTo>
                <a:lnTo>
                  <a:pt x="3247251" y="208458"/>
                </a:lnTo>
                <a:lnTo>
                  <a:pt x="170289" y="208458"/>
                </a:lnTo>
                <a:lnTo>
                  <a:pt x="167153" y="202183"/>
                </a:lnTo>
                <a:lnTo>
                  <a:pt x="162282" y="197225"/>
                </a:lnTo>
                <a:lnTo>
                  <a:pt x="156076" y="193969"/>
                </a:lnTo>
                <a:lnTo>
                  <a:pt x="148936" y="192799"/>
                </a:lnTo>
                <a:close/>
              </a:path>
              <a:path w="3248025" h="468629">
                <a:moveTo>
                  <a:pt x="1996679" y="0"/>
                </a:moveTo>
                <a:lnTo>
                  <a:pt x="1027522" y="0"/>
                </a:lnTo>
                <a:lnTo>
                  <a:pt x="907144" y="208458"/>
                </a:lnTo>
                <a:lnTo>
                  <a:pt x="922878" y="208458"/>
                </a:lnTo>
                <a:lnTo>
                  <a:pt x="1035440" y="13523"/>
                </a:lnTo>
                <a:lnTo>
                  <a:pt x="2010202" y="13523"/>
                </a:lnTo>
                <a:lnTo>
                  <a:pt x="1996679" y="0"/>
                </a:lnTo>
                <a:close/>
              </a:path>
              <a:path w="3248025" h="468629">
                <a:moveTo>
                  <a:pt x="1691599" y="130697"/>
                </a:moveTo>
                <a:lnTo>
                  <a:pt x="1281444" y="130697"/>
                </a:lnTo>
                <a:lnTo>
                  <a:pt x="1236589" y="208458"/>
                </a:lnTo>
                <a:lnTo>
                  <a:pt x="1252299" y="208458"/>
                </a:lnTo>
                <a:lnTo>
                  <a:pt x="1289273" y="144488"/>
                </a:lnTo>
                <a:lnTo>
                  <a:pt x="1705389" y="144488"/>
                </a:lnTo>
                <a:lnTo>
                  <a:pt x="1691599" y="130697"/>
                </a:lnTo>
                <a:close/>
              </a:path>
              <a:path w="3248025" h="468629">
                <a:moveTo>
                  <a:pt x="1705389" y="144488"/>
                </a:moveTo>
                <a:lnTo>
                  <a:pt x="1685994" y="144488"/>
                </a:lnTo>
                <a:lnTo>
                  <a:pt x="1749964" y="208458"/>
                </a:lnTo>
                <a:lnTo>
                  <a:pt x="1769359" y="208458"/>
                </a:lnTo>
                <a:lnTo>
                  <a:pt x="1705389" y="144488"/>
                </a:lnTo>
                <a:close/>
              </a:path>
              <a:path w="3248025" h="468629">
                <a:moveTo>
                  <a:pt x="2010202" y="13523"/>
                </a:moveTo>
                <a:lnTo>
                  <a:pt x="1990985" y="13523"/>
                </a:lnTo>
                <a:lnTo>
                  <a:pt x="2124975" y="147513"/>
                </a:lnTo>
                <a:lnTo>
                  <a:pt x="3203655" y="147513"/>
                </a:lnTo>
                <a:lnTo>
                  <a:pt x="3206791" y="153788"/>
                </a:lnTo>
                <a:lnTo>
                  <a:pt x="3211663" y="158745"/>
                </a:lnTo>
                <a:lnTo>
                  <a:pt x="3217868" y="162001"/>
                </a:lnTo>
                <a:lnTo>
                  <a:pt x="3225008" y="163171"/>
                </a:lnTo>
                <a:lnTo>
                  <a:pt x="3233729" y="161407"/>
                </a:lnTo>
                <a:lnTo>
                  <a:pt x="3240856" y="156599"/>
                </a:lnTo>
                <a:lnTo>
                  <a:pt x="3245665" y="149471"/>
                </a:lnTo>
                <a:lnTo>
                  <a:pt x="3247429" y="140751"/>
                </a:lnTo>
                <a:lnTo>
                  <a:pt x="3246061" y="133989"/>
                </a:lnTo>
                <a:lnTo>
                  <a:pt x="2130669" y="133989"/>
                </a:lnTo>
                <a:lnTo>
                  <a:pt x="2010202" y="13523"/>
                </a:lnTo>
                <a:close/>
              </a:path>
              <a:path w="3248025" h="468629">
                <a:moveTo>
                  <a:pt x="3225008" y="118330"/>
                </a:moveTo>
                <a:lnTo>
                  <a:pt x="3217831" y="119501"/>
                </a:lnTo>
                <a:lnTo>
                  <a:pt x="3211629" y="122757"/>
                </a:lnTo>
                <a:lnTo>
                  <a:pt x="3206779" y="127714"/>
                </a:lnTo>
                <a:lnTo>
                  <a:pt x="3203655" y="133989"/>
                </a:lnTo>
                <a:lnTo>
                  <a:pt x="3246061" y="133989"/>
                </a:lnTo>
                <a:lnTo>
                  <a:pt x="3245664" y="132030"/>
                </a:lnTo>
                <a:lnTo>
                  <a:pt x="3240856" y="124903"/>
                </a:lnTo>
                <a:lnTo>
                  <a:pt x="3233729" y="120094"/>
                </a:lnTo>
                <a:lnTo>
                  <a:pt x="3225008" y="118330"/>
                </a:lnTo>
                <a:close/>
              </a:path>
              <a:path w="3248025" h="468629">
                <a:moveTo>
                  <a:pt x="2202379" y="17260"/>
                </a:moveTo>
                <a:lnTo>
                  <a:pt x="2094547" y="17260"/>
                </a:lnTo>
                <a:lnTo>
                  <a:pt x="2177379" y="100091"/>
                </a:lnTo>
                <a:lnTo>
                  <a:pt x="2285211" y="100091"/>
                </a:lnTo>
                <a:lnTo>
                  <a:pt x="2202379" y="17260"/>
                </a:lnTo>
                <a:close/>
              </a:path>
              <a:path w="3248025" h="468629">
                <a:moveTo>
                  <a:pt x="2303628" y="17260"/>
                </a:moveTo>
                <a:lnTo>
                  <a:pt x="2234053" y="17260"/>
                </a:lnTo>
                <a:lnTo>
                  <a:pt x="2316885" y="100091"/>
                </a:lnTo>
                <a:lnTo>
                  <a:pt x="2386460" y="100091"/>
                </a:lnTo>
                <a:lnTo>
                  <a:pt x="2303628" y="17260"/>
                </a:lnTo>
                <a:close/>
              </a:path>
              <a:path w="3248025" h="468629">
                <a:moveTo>
                  <a:pt x="2404699" y="17260"/>
                </a:moveTo>
                <a:lnTo>
                  <a:pt x="2335124" y="17260"/>
                </a:lnTo>
                <a:lnTo>
                  <a:pt x="2417955" y="100091"/>
                </a:lnTo>
                <a:lnTo>
                  <a:pt x="2487531" y="100091"/>
                </a:lnTo>
                <a:lnTo>
                  <a:pt x="2404699" y="17260"/>
                </a:lnTo>
                <a:close/>
              </a:path>
              <a:path w="3248025" h="468629">
                <a:moveTo>
                  <a:pt x="2544027" y="17260"/>
                </a:moveTo>
                <a:lnTo>
                  <a:pt x="2436194" y="17260"/>
                </a:lnTo>
                <a:lnTo>
                  <a:pt x="2519026" y="100091"/>
                </a:lnTo>
                <a:lnTo>
                  <a:pt x="2626858" y="100091"/>
                </a:lnTo>
                <a:lnTo>
                  <a:pt x="2544027" y="17260"/>
                </a:lnTo>
                <a:close/>
              </a:path>
            </a:pathLst>
          </a:custGeom>
          <a:solidFill>
            <a:srgbClr val="37B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91171" y="117263"/>
            <a:ext cx="12705657" cy="170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5500" spc="-16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Ejecución</a:t>
            </a:r>
            <a:r>
              <a:rPr lang="es-MX" sz="5500" spc="-28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s-MX" sz="5500" spc="-10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de</a:t>
            </a:r>
            <a:r>
              <a:rPr lang="es-MX" sz="5500" spc="-28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s-MX" sz="5500" spc="-12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los</a:t>
            </a:r>
            <a:r>
              <a:rPr lang="es-MX" sz="5500" spc="-28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s-MX" sz="5500" spc="-16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servicios</a:t>
            </a:r>
            <a:r>
              <a:rPr lang="es-MX" sz="5500" spc="-34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s-MX" sz="550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y</a:t>
            </a:r>
            <a:r>
              <a:rPr lang="es-MX" sz="5500" spc="-34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s-MX" sz="5500" spc="-12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sus</a:t>
            </a:r>
            <a:r>
              <a:rPr lang="es-MX" sz="5500" spc="-28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s-MX" sz="5500" spc="-19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principales</a:t>
            </a:r>
            <a:r>
              <a:rPr lang="es-MX" sz="5500" spc="-280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s-MX" sz="5500" spc="-9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funciones</a:t>
            </a:r>
            <a:endParaRPr lang="es-MX" sz="5500"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43200" y="5915155"/>
            <a:ext cx="14401800" cy="4152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1495" marR="4454525" indent="-457200">
              <a:lnSpc>
                <a:spcPct val="176900"/>
              </a:lnSpc>
              <a:spcBef>
                <a:spcPts val="70"/>
              </a:spcBef>
              <a:buClr>
                <a:schemeClr val="accent2">
                  <a:lumMod val="60000"/>
                  <a:lumOff val="40000"/>
                </a:schemeClr>
              </a:buClr>
              <a:buSzPct val="150000"/>
              <a:buFont typeface="Wingdings" panose="05000000000000000000" pitchFamily="2" charset="2"/>
              <a:buChar char="q"/>
            </a:pPr>
            <a:r>
              <a:rPr lang="es-CO" sz="2600" spc="-105" dirty="0">
                <a:solidFill>
                  <a:srgbClr val="FFFFFF"/>
                </a:solidFill>
                <a:latin typeface="Arial MT"/>
                <a:cs typeface="Arial MT"/>
              </a:rPr>
              <a:t>Notificaciones</a:t>
            </a:r>
            <a:r>
              <a:rPr sz="26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0" dirty="0">
                <a:solidFill>
                  <a:srgbClr val="FFFFFF"/>
                </a:solidFill>
                <a:latin typeface="Arial MT"/>
                <a:cs typeface="Arial MT"/>
              </a:rPr>
              <a:t>Puerto:</a:t>
            </a:r>
            <a:r>
              <a:rPr sz="26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45" dirty="0">
                <a:solidFill>
                  <a:srgbClr val="FFFFFF"/>
                </a:solidFill>
                <a:latin typeface="Arial MT"/>
                <a:cs typeface="Arial MT"/>
              </a:rPr>
              <a:t>5003 </a:t>
            </a: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Funciones</a:t>
            </a:r>
            <a:endParaRPr sz="2600" dirty="0">
              <a:latin typeface="Arial MT"/>
              <a:cs typeface="Arial MT"/>
            </a:endParaRPr>
          </a:p>
          <a:p>
            <a:pPr marL="1069975" marR="3601720" indent="-457200">
              <a:lnSpc>
                <a:spcPct val="1094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2600" spc="-105" dirty="0">
                <a:solidFill>
                  <a:srgbClr val="FFFFFF"/>
                </a:solidFill>
                <a:latin typeface="Arial MT"/>
                <a:cs typeface="Arial MT"/>
              </a:rPr>
              <a:t>Consulta</a:t>
            </a:r>
            <a:r>
              <a:rPr sz="260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7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60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95" dirty="0">
                <a:solidFill>
                  <a:srgbClr val="FFFFFF"/>
                </a:solidFill>
                <a:latin typeface="Arial MT"/>
                <a:cs typeface="Arial MT"/>
              </a:rPr>
              <a:t>tareas</a:t>
            </a:r>
            <a:r>
              <a:rPr sz="260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85" dirty="0" err="1">
                <a:solidFill>
                  <a:srgbClr val="FFFFFF"/>
                </a:solidFill>
                <a:latin typeface="Arial MT"/>
                <a:cs typeface="Arial MT"/>
              </a:rPr>
              <a:t>pendientes</a:t>
            </a:r>
            <a:r>
              <a:rPr sz="26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endParaRPr lang="es-CO" sz="2600" spc="-85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1069975" marR="3601720" indent="-457200">
              <a:lnSpc>
                <a:spcPct val="1094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2600" spc="-105" dirty="0" err="1">
                <a:solidFill>
                  <a:srgbClr val="FFFFFF"/>
                </a:solidFill>
                <a:latin typeface="Arial MT"/>
                <a:cs typeface="Arial MT"/>
              </a:rPr>
              <a:t>Obtención</a:t>
            </a:r>
            <a:r>
              <a:rPr sz="26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7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6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usuarios</a:t>
            </a:r>
            <a:endParaRPr sz="2600" dirty="0">
              <a:latin typeface="Arial MT"/>
              <a:cs typeface="Arial MT"/>
            </a:endParaRPr>
          </a:p>
          <a:p>
            <a:pPr marL="1069975" indent="-457200">
              <a:lnSpc>
                <a:spcPct val="100000"/>
              </a:lnSpc>
              <a:spcBef>
                <a:spcPts val="225"/>
              </a:spcBef>
              <a:buFont typeface="Arial" panose="020B0604020202020204" pitchFamily="34" charset="0"/>
              <a:buChar char="•"/>
            </a:pPr>
            <a:r>
              <a:rPr sz="2600" spc="-95" dirty="0">
                <a:solidFill>
                  <a:srgbClr val="FFFFFF"/>
                </a:solidFill>
                <a:latin typeface="Arial MT"/>
                <a:cs typeface="Arial MT"/>
              </a:rPr>
              <a:t>Envío</a:t>
            </a:r>
            <a:r>
              <a:rPr sz="260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7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6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5" dirty="0">
                <a:solidFill>
                  <a:srgbClr val="FFFFFF"/>
                </a:solidFill>
                <a:latin typeface="Arial MT"/>
                <a:cs typeface="Arial MT"/>
              </a:rPr>
              <a:t>notificaciones</a:t>
            </a:r>
            <a:r>
              <a:rPr sz="26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0" dirty="0" err="1">
                <a:solidFill>
                  <a:srgbClr val="FFFFFF"/>
                </a:solidFill>
                <a:latin typeface="Arial MT"/>
                <a:cs typeface="Arial MT"/>
              </a:rPr>
              <a:t>mediante</a:t>
            </a:r>
            <a:r>
              <a:rPr sz="2600" spc="-1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Telegram</a:t>
            </a:r>
            <a:endParaRPr lang="es-CO" sz="2600" spc="-1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1069975" indent="-457200">
              <a:lnSpc>
                <a:spcPct val="100000"/>
              </a:lnSpc>
              <a:spcBef>
                <a:spcPts val="225"/>
              </a:spcBef>
              <a:buFont typeface="Arial" panose="020B0604020202020204" pitchFamily="34" charset="0"/>
              <a:buChar char="•"/>
            </a:pPr>
            <a:endParaRPr sz="2600" dirty="0">
              <a:latin typeface="Arial MT"/>
              <a:cs typeface="Arial MT"/>
            </a:endParaRPr>
          </a:p>
          <a:p>
            <a:pPr marL="479425" marR="5080" indent="-457200">
              <a:lnSpc>
                <a:spcPct val="136900"/>
              </a:lnSpc>
              <a:spcBef>
                <a:spcPts val="1050"/>
              </a:spcBef>
              <a:buClr>
                <a:schemeClr val="accent4">
                  <a:lumMod val="60000"/>
                  <a:lumOff val="40000"/>
                </a:schemeClr>
              </a:buClr>
              <a:buSzPct val="150000"/>
              <a:buFont typeface="Wingdings" panose="05000000000000000000" pitchFamily="2" charset="2"/>
              <a:buChar char="q"/>
            </a:pPr>
            <a:r>
              <a:rPr sz="2600" spc="-105" dirty="0">
                <a:solidFill>
                  <a:srgbClr val="FFFFFF"/>
                </a:solidFill>
                <a:latin typeface="Arial MT"/>
                <a:cs typeface="Arial MT"/>
              </a:rPr>
              <a:t>Frontend</a:t>
            </a:r>
            <a:r>
              <a:rPr sz="2600" spc="-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0" dirty="0">
                <a:solidFill>
                  <a:srgbClr val="FFFFFF"/>
                </a:solidFill>
                <a:latin typeface="Arial MT"/>
                <a:cs typeface="Arial MT"/>
              </a:rPr>
              <a:t>(Interfaz</a:t>
            </a:r>
            <a:r>
              <a:rPr sz="2600" spc="-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7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600" spc="-1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0" dirty="0">
                <a:solidFill>
                  <a:srgbClr val="FFFFFF"/>
                </a:solidFill>
                <a:latin typeface="Arial MT"/>
                <a:cs typeface="Arial MT"/>
              </a:rPr>
              <a:t>usuario)</a:t>
            </a:r>
            <a:r>
              <a:rPr sz="2600" spc="-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0" dirty="0">
                <a:solidFill>
                  <a:srgbClr val="FFFFFF"/>
                </a:solidFill>
                <a:latin typeface="Arial MT"/>
                <a:cs typeface="Arial MT"/>
              </a:rPr>
              <a:t>Puerto:</a:t>
            </a:r>
            <a:r>
              <a:rPr sz="2600" spc="-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Arial MT"/>
                <a:cs typeface="Arial MT"/>
              </a:rPr>
              <a:t>8080</a:t>
            </a:r>
            <a:r>
              <a:rPr sz="2600" spc="2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CO" sz="2600" spc="275" dirty="0">
                <a:solidFill>
                  <a:srgbClr val="FFFFFF"/>
                </a:solidFill>
                <a:latin typeface="Arial MT"/>
                <a:cs typeface="Arial MT"/>
              </a:rPr>
              <a:t>          </a:t>
            </a:r>
            <a:r>
              <a:rPr sz="2600" spc="-125" dirty="0" err="1">
                <a:solidFill>
                  <a:srgbClr val="FFFFFF"/>
                </a:solidFill>
                <a:latin typeface="Arial MT"/>
                <a:cs typeface="Arial MT"/>
              </a:rPr>
              <a:t>Tecnologías</a:t>
            </a:r>
            <a:r>
              <a:rPr sz="2600" spc="-12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2600" spc="-1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0" dirty="0">
                <a:solidFill>
                  <a:srgbClr val="FFFFFF"/>
                </a:solidFill>
                <a:latin typeface="Arial MT"/>
                <a:cs typeface="Arial MT"/>
              </a:rPr>
              <a:t>Node.js,</a:t>
            </a:r>
            <a:r>
              <a:rPr sz="2600" spc="-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 MT"/>
                <a:cs typeface="Arial MT"/>
              </a:rPr>
              <a:t>Nginx</a:t>
            </a:r>
            <a:endParaRPr lang="es-MX" sz="2600" dirty="0">
              <a:latin typeface="Arial MT"/>
              <a:cs typeface="Arial MT"/>
            </a:endParaRPr>
          </a:p>
          <a:p>
            <a:pPr marL="1076325" marR="2369820" indent="-457200">
              <a:lnSpc>
                <a:spcPct val="109400"/>
              </a:lnSpc>
              <a:spcBef>
                <a:spcPts val="585"/>
              </a:spcBef>
              <a:buFont typeface="Arial" panose="020B0604020202020204" pitchFamily="34" charset="0"/>
              <a:buChar char="•"/>
            </a:pPr>
            <a:r>
              <a:rPr lang="es-MX" sz="2600" spc="-95" dirty="0">
                <a:solidFill>
                  <a:srgbClr val="FFFFFF"/>
                </a:solidFill>
                <a:latin typeface="Arial MT"/>
                <a:cs typeface="Arial MT"/>
              </a:rPr>
              <a:t>Interfaz</a:t>
            </a:r>
            <a:r>
              <a:rPr lang="es-MX" sz="260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0" dirty="0">
                <a:solidFill>
                  <a:srgbClr val="FFFFFF"/>
                </a:solidFill>
                <a:latin typeface="Arial MT"/>
                <a:cs typeface="Arial MT"/>
              </a:rPr>
              <a:t>gráfica</a:t>
            </a:r>
            <a:r>
              <a:rPr lang="es-MX" sz="26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90" dirty="0">
                <a:solidFill>
                  <a:srgbClr val="FFFFFF"/>
                </a:solidFill>
                <a:latin typeface="Arial MT"/>
                <a:cs typeface="Arial MT"/>
              </a:rPr>
              <a:t>para</a:t>
            </a:r>
            <a:r>
              <a:rPr lang="es-MX" sz="26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5" dirty="0">
                <a:solidFill>
                  <a:srgbClr val="FFFFFF"/>
                </a:solidFill>
                <a:latin typeface="Arial MT"/>
                <a:cs typeface="Arial MT"/>
              </a:rPr>
              <a:t>interacción</a:t>
            </a:r>
            <a:r>
              <a:rPr lang="es-MX" sz="260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85" dirty="0">
                <a:solidFill>
                  <a:srgbClr val="FFFFFF"/>
                </a:solidFill>
                <a:latin typeface="Arial MT"/>
                <a:cs typeface="Arial MT"/>
              </a:rPr>
              <a:t>del</a:t>
            </a:r>
            <a:r>
              <a:rPr lang="es-MX" sz="26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55" dirty="0">
                <a:solidFill>
                  <a:srgbClr val="FFFFFF"/>
                </a:solidFill>
                <a:latin typeface="Arial MT"/>
                <a:cs typeface="Arial MT"/>
              </a:rPr>
              <a:t>usuario </a:t>
            </a:r>
          </a:p>
          <a:p>
            <a:pPr marL="1076325" marR="2369820" indent="-457200">
              <a:lnSpc>
                <a:spcPct val="109400"/>
              </a:lnSpc>
              <a:spcBef>
                <a:spcPts val="585"/>
              </a:spcBef>
              <a:buFont typeface="Arial" panose="020B0604020202020204" pitchFamily="34" charset="0"/>
              <a:buChar char="•"/>
            </a:pPr>
            <a:r>
              <a:rPr lang="es-MX" sz="2600" spc="-100" dirty="0">
                <a:solidFill>
                  <a:srgbClr val="FFFFFF"/>
                </a:solidFill>
                <a:latin typeface="Arial MT"/>
                <a:cs typeface="Arial MT"/>
              </a:rPr>
              <a:t>Consumo</a:t>
            </a:r>
            <a:r>
              <a:rPr lang="es-MX" sz="26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7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lang="es-MX" sz="260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0" dirty="0">
                <a:solidFill>
                  <a:srgbClr val="FFFFFF"/>
                </a:solidFill>
                <a:latin typeface="Arial MT"/>
                <a:cs typeface="Arial MT"/>
              </a:rPr>
              <a:t>servicios</a:t>
            </a:r>
            <a:r>
              <a:rPr lang="es-MX" sz="260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s-MX" sz="2600" spc="-10" dirty="0">
                <a:solidFill>
                  <a:srgbClr val="FFFFFF"/>
                </a:solidFill>
                <a:latin typeface="Arial MT"/>
                <a:cs typeface="Arial MT"/>
              </a:rPr>
              <a:t>backend</a:t>
            </a:r>
            <a:endParaRPr lang="es-MX" sz="2600" dirty="0">
              <a:latin typeface="Arial MT"/>
              <a:cs typeface="Arial M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B2C49D1-5940-5402-B38A-0E28A09256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07" t="17713"/>
          <a:stretch/>
        </p:blipFill>
        <p:spPr>
          <a:xfrm>
            <a:off x="2858605" y="2077802"/>
            <a:ext cx="12705657" cy="386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80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974083" y="187971"/>
            <a:ext cx="8035033" cy="756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CO" sz="4800" spc="-229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Prototipo Técnico en ejecución</a:t>
            </a:r>
            <a:endParaRPr sz="4800"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C3816EA-1F96-FE06-BF89-F8F4E66B0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06" y="1328427"/>
            <a:ext cx="8829394" cy="867254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6DB0683-6A6A-33AB-F32E-8EF92DCDE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599" y="2095500"/>
            <a:ext cx="10870623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31473" y="1497503"/>
            <a:ext cx="14828732" cy="7746206"/>
            <a:chOff x="2431473" y="1497503"/>
            <a:chExt cx="14828732" cy="7746206"/>
          </a:xfrm>
        </p:grpSpPr>
        <p:sp>
          <p:nvSpPr>
            <p:cNvPr id="3" name="object 3"/>
            <p:cNvSpPr/>
            <p:nvPr/>
          </p:nvSpPr>
          <p:spPr>
            <a:xfrm>
              <a:off x="14012180" y="8775079"/>
              <a:ext cx="3248025" cy="468630"/>
            </a:xfrm>
            <a:custGeom>
              <a:avLst/>
              <a:gdLst/>
              <a:ahLst/>
              <a:cxnLst/>
              <a:rect l="l" t="t" r="r" b="b"/>
              <a:pathLst>
                <a:path w="3248025" h="468629">
                  <a:moveTo>
                    <a:pt x="1950237" y="389246"/>
                  </a:moveTo>
                  <a:lnTo>
                    <a:pt x="1930930" y="389246"/>
                  </a:lnTo>
                  <a:lnTo>
                    <a:pt x="1994366" y="452682"/>
                  </a:lnTo>
                  <a:lnTo>
                    <a:pt x="3173672" y="452682"/>
                  </a:lnTo>
                  <a:lnTo>
                    <a:pt x="3176809" y="458957"/>
                  </a:lnTo>
                  <a:lnTo>
                    <a:pt x="3181680" y="463914"/>
                  </a:lnTo>
                  <a:lnTo>
                    <a:pt x="3187885" y="467170"/>
                  </a:lnTo>
                  <a:lnTo>
                    <a:pt x="3195025" y="468341"/>
                  </a:lnTo>
                  <a:lnTo>
                    <a:pt x="3203746" y="466576"/>
                  </a:lnTo>
                  <a:lnTo>
                    <a:pt x="3210873" y="461768"/>
                  </a:lnTo>
                  <a:lnTo>
                    <a:pt x="3215682" y="454641"/>
                  </a:lnTo>
                  <a:lnTo>
                    <a:pt x="3217446" y="445920"/>
                  </a:lnTo>
                  <a:lnTo>
                    <a:pt x="3216078" y="439158"/>
                  </a:lnTo>
                  <a:lnTo>
                    <a:pt x="2000149" y="439158"/>
                  </a:lnTo>
                  <a:lnTo>
                    <a:pt x="1950237" y="389246"/>
                  </a:lnTo>
                  <a:close/>
                </a:path>
                <a:path w="3248025" h="468629">
                  <a:moveTo>
                    <a:pt x="3195025" y="423499"/>
                  </a:moveTo>
                  <a:lnTo>
                    <a:pt x="3187848" y="424670"/>
                  </a:lnTo>
                  <a:lnTo>
                    <a:pt x="3181646" y="427926"/>
                  </a:lnTo>
                  <a:lnTo>
                    <a:pt x="3176796" y="432883"/>
                  </a:lnTo>
                  <a:lnTo>
                    <a:pt x="3173672" y="439158"/>
                  </a:lnTo>
                  <a:lnTo>
                    <a:pt x="3216078" y="439158"/>
                  </a:lnTo>
                  <a:lnTo>
                    <a:pt x="3195025" y="423499"/>
                  </a:lnTo>
                  <a:close/>
                </a:path>
                <a:path w="3248025" h="468629">
                  <a:moveTo>
                    <a:pt x="1147759" y="389246"/>
                  </a:moveTo>
                  <a:lnTo>
                    <a:pt x="1132151" y="389246"/>
                  </a:lnTo>
                  <a:lnTo>
                    <a:pt x="1112044" y="424033"/>
                  </a:lnTo>
                  <a:lnTo>
                    <a:pt x="161926" y="424033"/>
                  </a:lnTo>
                  <a:lnTo>
                    <a:pt x="161926" y="437646"/>
                  </a:lnTo>
                  <a:lnTo>
                    <a:pt x="1119873" y="437646"/>
                  </a:lnTo>
                  <a:lnTo>
                    <a:pt x="1147759" y="389246"/>
                  </a:lnTo>
                  <a:close/>
                </a:path>
                <a:path w="3248025" h="468629">
                  <a:moveTo>
                    <a:pt x="22420" y="360064"/>
                  </a:moveTo>
                  <a:lnTo>
                    <a:pt x="13700" y="361828"/>
                  </a:lnTo>
                  <a:lnTo>
                    <a:pt x="6572" y="366636"/>
                  </a:lnTo>
                  <a:lnTo>
                    <a:pt x="1764" y="373764"/>
                  </a:lnTo>
                  <a:lnTo>
                    <a:pt x="0" y="382484"/>
                  </a:lnTo>
                  <a:lnTo>
                    <a:pt x="1764" y="391205"/>
                  </a:lnTo>
                  <a:lnTo>
                    <a:pt x="6572" y="398332"/>
                  </a:lnTo>
                  <a:lnTo>
                    <a:pt x="13700" y="403140"/>
                  </a:lnTo>
                  <a:lnTo>
                    <a:pt x="22420" y="404905"/>
                  </a:lnTo>
                  <a:lnTo>
                    <a:pt x="29598" y="403734"/>
                  </a:lnTo>
                  <a:lnTo>
                    <a:pt x="35799" y="400478"/>
                  </a:lnTo>
                  <a:lnTo>
                    <a:pt x="40649" y="395521"/>
                  </a:lnTo>
                  <a:lnTo>
                    <a:pt x="43773" y="389246"/>
                  </a:lnTo>
                  <a:lnTo>
                    <a:pt x="2986923" y="389246"/>
                  </a:lnTo>
                  <a:lnTo>
                    <a:pt x="2986923" y="375811"/>
                  </a:lnTo>
                  <a:lnTo>
                    <a:pt x="43817" y="375811"/>
                  </a:lnTo>
                  <a:lnTo>
                    <a:pt x="40637" y="369447"/>
                  </a:lnTo>
                  <a:lnTo>
                    <a:pt x="35766" y="364490"/>
                  </a:lnTo>
                  <a:lnTo>
                    <a:pt x="29560" y="361234"/>
                  </a:lnTo>
                  <a:lnTo>
                    <a:pt x="22420" y="360064"/>
                  </a:lnTo>
                  <a:close/>
                </a:path>
                <a:path w="3248025" h="468629">
                  <a:moveTo>
                    <a:pt x="1244521" y="222070"/>
                  </a:moveTo>
                  <a:lnTo>
                    <a:pt x="1228722" y="222070"/>
                  </a:lnTo>
                  <a:lnTo>
                    <a:pt x="1139929" y="375811"/>
                  </a:lnTo>
                  <a:lnTo>
                    <a:pt x="1155817" y="375811"/>
                  </a:lnTo>
                  <a:lnTo>
                    <a:pt x="1244521" y="222070"/>
                  </a:lnTo>
                  <a:close/>
                </a:path>
                <a:path w="3248025" h="468629">
                  <a:moveTo>
                    <a:pt x="1782972" y="222070"/>
                  </a:moveTo>
                  <a:lnTo>
                    <a:pt x="1763576" y="222070"/>
                  </a:lnTo>
                  <a:lnTo>
                    <a:pt x="1917317" y="375811"/>
                  </a:lnTo>
                  <a:lnTo>
                    <a:pt x="1936713" y="375811"/>
                  </a:lnTo>
                  <a:lnTo>
                    <a:pt x="1782972" y="222070"/>
                  </a:lnTo>
                  <a:close/>
                </a:path>
                <a:path w="3248025" h="468629">
                  <a:moveTo>
                    <a:pt x="915011" y="222070"/>
                  </a:moveTo>
                  <a:lnTo>
                    <a:pt x="899264" y="222070"/>
                  </a:lnTo>
                  <a:lnTo>
                    <a:pt x="881432" y="252943"/>
                  </a:lnTo>
                  <a:lnTo>
                    <a:pt x="200984" y="252943"/>
                  </a:lnTo>
                  <a:lnTo>
                    <a:pt x="200984" y="266644"/>
                  </a:lnTo>
                  <a:lnTo>
                    <a:pt x="889261" y="266644"/>
                  </a:lnTo>
                  <a:lnTo>
                    <a:pt x="915011" y="222070"/>
                  </a:lnTo>
                  <a:close/>
                </a:path>
                <a:path w="3248025" h="468629">
                  <a:moveTo>
                    <a:pt x="148936" y="192799"/>
                  </a:moveTo>
                  <a:lnTo>
                    <a:pt x="140216" y="194563"/>
                  </a:lnTo>
                  <a:lnTo>
                    <a:pt x="133088" y="199371"/>
                  </a:lnTo>
                  <a:lnTo>
                    <a:pt x="128280" y="206499"/>
                  </a:lnTo>
                  <a:lnTo>
                    <a:pt x="126516" y="215219"/>
                  </a:lnTo>
                  <a:lnTo>
                    <a:pt x="128280" y="223940"/>
                  </a:lnTo>
                  <a:lnTo>
                    <a:pt x="133088" y="231067"/>
                  </a:lnTo>
                  <a:lnTo>
                    <a:pt x="140216" y="235876"/>
                  </a:lnTo>
                  <a:lnTo>
                    <a:pt x="148936" y="237640"/>
                  </a:lnTo>
                  <a:lnTo>
                    <a:pt x="156114" y="236469"/>
                  </a:lnTo>
                  <a:lnTo>
                    <a:pt x="162315" y="233214"/>
                  </a:lnTo>
                  <a:lnTo>
                    <a:pt x="167166" y="228256"/>
                  </a:lnTo>
                  <a:lnTo>
                    <a:pt x="170245" y="222070"/>
                  </a:lnTo>
                  <a:lnTo>
                    <a:pt x="3247251" y="222070"/>
                  </a:lnTo>
                  <a:lnTo>
                    <a:pt x="3247251" y="208458"/>
                  </a:lnTo>
                  <a:lnTo>
                    <a:pt x="170289" y="208458"/>
                  </a:lnTo>
                  <a:lnTo>
                    <a:pt x="167153" y="202183"/>
                  </a:lnTo>
                  <a:lnTo>
                    <a:pt x="162282" y="197225"/>
                  </a:lnTo>
                  <a:lnTo>
                    <a:pt x="156076" y="193969"/>
                  </a:lnTo>
                  <a:lnTo>
                    <a:pt x="148936" y="192799"/>
                  </a:lnTo>
                  <a:close/>
                </a:path>
                <a:path w="3248025" h="468629">
                  <a:moveTo>
                    <a:pt x="1996679" y="0"/>
                  </a:moveTo>
                  <a:lnTo>
                    <a:pt x="1027522" y="0"/>
                  </a:lnTo>
                  <a:lnTo>
                    <a:pt x="907144" y="208458"/>
                  </a:lnTo>
                  <a:lnTo>
                    <a:pt x="922878" y="208458"/>
                  </a:lnTo>
                  <a:lnTo>
                    <a:pt x="1035440" y="13523"/>
                  </a:lnTo>
                  <a:lnTo>
                    <a:pt x="2010202" y="13523"/>
                  </a:lnTo>
                  <a:lnTo>
                    <a:pt x="1996679" y="0"/>
                  </a:lnTo>
                  <a:close/>
                </a:path>
                <a:path w="3248025" h="468629">
                  <a:moveTo>
                    <a:pt x="1691599" y="130697"/>
                  </a:moveTo>
                  <a:lnTo>
                    <a:pt x="1281444" y="130697"/>
                  </a:lnTo>
                  <a:lnTo>
                    <a:pt x="1236589" y="208458"/>
                  </a:lnTo>
                  <a:lnTo>
                    <a:pt x="1252299" y="208458"/>
                  </a:lnTo>
                  <a:lnTo>
                    <a:pt x="1289273" y="144488"/>
                  </a:lnTo>
                  <a:lnTo>
                    <a:pt x="1705389" y="144488"/>
                  </a:lnTo>
                  <a:lnTo>
                    <a:pt x="1691599" y="130697"/>
                  </a:lnTo>
                  <a:close/>
                </a:path>
                <a:path w="3248025" h="468629">
                  <a:moveTo>
                    <a:pt x="1705389" y="144488"/>
                  </a:moveTo>
                  <a:lnTo>
                    <a:pt x="1685994" y="144488"/>
                  </a:lnTo>
                  <a:lnTo>
                    <a:pt x="1749964" y="208458"/>
                  </a:lnTo>
                  <a:lnTo>
                    <a:pt x="1769359" y="208458"/>
                  </a:lnTo>
                  <a:lnTo>
                    <a:pt x="1705389" y="144488"/>
                  </a:lnTo>
                  <a:close/>
                </a:path>
                <a:path w="3248025" h="468629">
                  <a:moveTo>
                    <a:pt x="2010202" y="13523"/>
                  </a:moveTo>
                  <a:lnTo>
                    <a:pt x="1990985" y="13523"/>
                  </a:lnTo>
                  <a:lnTo>
                    <a:pt x="2124975" y="147513"/>
                  </a:lnTo>
                  <a:lnTo>
                    <a:pt x="3203655" y="147513"/>
                  </a:lnTo>
                  <a:lnTo>
                    <a:pt x="3206791" y="153788"/>
                  </a:lnTo>
                  <a:lnTo>
                    <a:pt x="3211663" y="158745"/>
                  </a:lnTo>
                  <a:lnTo>
                    <a:pt x="3217868" y="162001"/>
                  </a:lnTo>
                  <a:lnTo>
                    <a:pt x="3225008" y="163171"/>
                  </a:lnTo>
                  <a:lnTo>
                    <a:pt x="3233729" y="161407"/>
                  </a:lnTo>
                  <a:lnTo>
                    <a:pt x="3240856" y="156599"/>
                  </a:lnTo>
                  <a:lnTo>
                    <a:pt x="3245665" y="149471"/>
                  </a:lnTo>
                  <a:lnTo>
                    <a:pt x="3247429" y="140751"/>
                  </a:lnTo>
                  <a:lnTo>
                    <a:pt x="3246061" y="133989"/>
                  </a:lnTo>
                  <a:lnTo>
                    <a:pt x="2130669" y="133989"/>
                  </a:lnTo>
                  <a:lnTo>
                    <a:pt x="2010202" y="13523"/>
                  </a:lnTo>
                  <a:close/>
                </a:path>
                <a:path w="3248025" h="468629">
                  <a:moveTo>
                    <a:pt x="3225008" y="118330"/>
                  </a:moveTo>
                  <a:lnTo>
                    <a:pt x="3217831" y="119501"/>
                  </a:lnTo>
                  <a:lnTo>
                    <a:pt x="3211629" y="122757"/>
                  </a:lnTo>
                  <a:lnTo>
                    <a:pt x="3206779" y="127714"/>
                  </a:lnTo>
                  <a:lnTo>
                    <a:pt x="3203655" y="133989"/>
                  </a:lnTo>
                  <a:lnTo>
                    <a:pt x="3246061" y="133989"/>
                  </a:lnTo>
                  <a:lnTo>
                    <a:pt x="3245664" y="132030"/>
                  </a:lnTo>
                  <a:lnTo>
                    <a:pt x="3240856" y="124903"/>
                  </a:lnTo>
                  <a:lnTo>
                    <a:pt x="3233729" y="120094"/>
                  </a:lnTo>
                  <a:lnTo>
                    <a:pt x="3225008" y="118330"/>
                  </a:lnTo>
                  <a:close/>
                </a:path>
                <a:path w="3248025" h="468629">
                  <a:moveTo>
                    <a:pt x="2202379" y="17260"/>
                  </a:moveTo>
                  <a:lnTo>
                    <a:pt x="2094547" y="17260"/>
                  </a:lnTo>
                  <a:lnTo>
                    <a:pt x="2177379" y="100091"/>
                  </a:lnTo>
                  <a:lnTo>
                    <a:pt x="2285211" y="100091"/>
                  </a:lnTo>
                  <a:lnTo>
                    <a:pt x="2202379" y="17260"/>
                  </a:lnTo>
                  <a:close/>
                </a:path>
                <a:path w="3248025" h="468629">
                  <a:moveTo>
                    <a:pt x="2303628" y="17260"/>
                  </a:moveTo>
                  <a:lnTo>
                    <a:pt x="2234053" y="17260"/>
                  </a:lnTo>
                  <a:lnTo>
                    <a:pt x="2316885" y="100091"/>
                  </a:lnTo>
                  <a:lnTo>
                    <a:pt x="2386460" y="100091"/>
                  </a:lnTo>
                  <a:lnTo>
                    <a:pt x="2303628" y="17260"/>
                  </a:lnTo>
                  <a:close/>
                </a:path>
                <a:path w="3248025" h="468629">
                  <a:moveTo>
                    <a:pt x="2404699" y="17260"/>
                  </a:moveTo>
                  <a:lnTo>
                    <a:pt x="2335124" y="17260"/>
                  </a:lnTo>
                  <a:lnTo>
                    <a:pt x="2417955" y="100091"/>
                  </a:lnTo>
                  <a:lnTo>
                    <a:pt x="2487531" y="100091"/>
                  </a:lnTo>
                  <a:lnTo>
                    <a:pt x="2404699" y="17260"/>
                  </a:lnTo>
                  <a:close/>
                </a:path>
                <a:path w="3248025" h="468629">
                  <a:moveTo>
                    <a:pt x="2544027" y="17260"/>
                  </a:moveTo>
                  <a:lnTo>
                    <a:pt x="2436194" y="17260"/>
                  </a:lnTo>
                  <a:lnTo>
                    <a:pt x="2519026" y="100091"/>
                  </a:lnTo>
                  <a:lnTo>
                    <a:pt x="2626858" y="100091"/>
                  </a:lnTo>
                  <a:lnTo>
                    <a:pt x="2544027" y="17260"/>
                  </a:lnTo>
                  <a:close/>
                </a:path>
              </a:pathLst>
            </a:custGeom>
            <a:solidFill>
              <a:srgbClr val="37B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1473" y="1497503"/>
              <a:ext cx="14821805" cy="752920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661576" y="669956"/>
            <a:ext cx="69659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0" dirty="0"/>
              <a:t>Endpoints</a:t>
            </a:r>
            <a:r>
              <a:rPr sz="4000" spc="-340" dirty="0"/>
              <a:t> </a:t>
            </a:r>
            <a:r>
              <a:rPr sz="4000" spc="-200" dirty="0"/>
              <a:t>Principales</a:t>
            </a:r>
            <a:r>
              <a:rPr sz="4000" spc="-335" dirty="0"/>
              <a:t> </a:t>
            </a:r>
            <a:r>
              <a:rPr sz="4000" dirty="0"/>
              <a:t>y</a:t>
            </a:r>
            <a:r>
              <a:rPr sz="4000" spc="-335" dirty="0"/>
              <a:t> </a:t>
            </a:r>
            <a:r>
              <a:rPr sz="4000" spc="-145" dirty="0"/>
              <a:t>Seguridad</a:t>
            </a:r>
            <a:endParaRPr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6999"/>
            <a:chOff x="64733" y="0"/>
            <a:chExt cx="18288000" cy="10286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33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93535" y="8212340"/>
              <a:ext cx="3248025" cy="468630"/>
            </a:xfrm>
            <a:custGeom>
              <a:avLst/>
              <a:gdLst/>
              <a:ahLst/>
              <a:cxnLst/>
              <a:rect l="l" t="t" r="r" b="b"/>
              <a:pathLst>
                <a:path w="3248025" h="468629">
                  <a:moveTo>
                    <a:pt x="1950237" y="389246"/>
                  </a:moveTo>
                  <a:lnTo>
                    <a:pt x="1930930" y="389246"/>
                  </a:lnTo>
                  <a:lnTo>
                    <a:pt x="1994366" y="452682"/>
                  </a:lnTo>
                  <a:lnTo>
                    <a:pt x="3173672" y="452682"/>
                  </a:lnTo>
                  <a:lnTo>
                    <a:pt x="3176809" y="458957"/>
                  </a:lnTo>
                  <a:lnTo>
                    <a:pt x="3181680" y="463914"/>
                  </a:lnTo>
                  <a:lnTo>
                    <a:pt x="3187885" y="467170"/>
                  </a:lnTo>
                  <a:lnTo>
                    <a:pt x="3195025" y="468341"/>
                  </a:lnTo>
                  <a:lnTo>
                    <a:pt x="3203746" y="466576"/>
                  </a:lnTo>
                  <a:lnTo>
                    <a:pt x="3210873" y="461768"/>
                  </a:lnTo>
                  <a:lnTo>
                    <a:pt x="3215682" y="454641"/>
                  </a:lnTo>
                  <a:lnTo>
                    <a:pt x="3217446" y="445920"/>
                  </a:lnTo>
                  <a:lnTo>
                    <a:pt x="3216078" y="439158"/>
                  </a:lnTo>
                  <a:lnTo>
                    <a:pt x="2000149" y="439158"/>
                  </a:lnTo>
                  <a:lnTo>
                    <a:pt x="1950237" y="389246"/>
                  </a:lnTo>
                  <a:close/>
                </a:path>
                <a:path w="3248025" h="468629">
                  <a:moveTo>
                    <a:pt x="3195025" y="423499"/>
                  </a:moveTo>
                  <a:lnTo>
                    <a:pt x="3187848" y="424670"/>
                  </a:lnTo>
                  <a:lnTo>
                    <a:pt x="3181646" y="427926"/>
                  </a:lnTo>
                  <a:lnTo>
                    <a:pt x="3176796" y="432883"/>
                  </a:lnTo>
                  <a:lnTo>
                    <a:pt x="3173672" y="439158"/>
                  </a:lnTo>
                  <a:lnTo>
                    <a:pt x="3216078" y="439158"/>
                  </a:lnTo>
                  <a:lnTo>
                    <a:pt x="3195025" y="423499"/>
                  </a:lnTo>
                  <a:close/>
                </a:path>
                <a:path w="3248025" h="468629">
                  <a:moveTo>
                    <a:pt x="1147759" y="389246"/>
                  </a:moveTo>
                  <a:lnTo>
                    <a:pt x="1132151" y="389246"/>
                  </a:lnTo>
                  <a:lnTo>
                    <a:pt x="1112044" y="424033"/>
                  </a:lnTo>
                  <a:lnTo>
                    <a:pt x="161926" y="424033"/>
                  </a:lnTo>
                  <a:lnTo>
                    <a:pt x="161926" y="437646"/>
                  </a:lnTo>
                  <a:lnTo>
                    <a:pt x="1119873" y="437646"/>
                  </a:lnTo>
                  <a:lnTo>
                    <a:pt x="1147759" y="389246"/>
                  </a:lnTo>
                  <a:close/>
                </a:path>
                <a:path w="3248025" h="468629">
                  <a:moveTo>
                    <a:pt x="22420" y="360064"/>
                  </a:moveTo>
                  <a:lnTo>
                    <a:pt x="13700" y="361828"/>
                  </a:lnTo>
                  <a:lnTo>
                    <a:pt x="6572" y="366636"/>
                  </a:lnTo>
                  <a:lnTo>
                    <a:pt x="1764" y="373764"/>
                  </a:lnTo>
                  <a:lnTo>
                    <a:pt x="0" y="382484"/>
                  </a:lnTo>
                  <a:lnTo>
                    <a:pt x="1764" y="391205"/>
                  </a:lnTo>
                  <a:lnTo>
                    <a:pt x="6572" y="398332"/>
                  </a:lnTo>
                  <a:lnTo>
                    <a:pt x="13700" y="403140"/>
                  </a:lnTo>
                  <a:lnTo>
                    <a:pt x="22420" y="404905"/>
                  </a:lnTo>
                  <a:lnTo>
                    <a:pt x="29598" y="403734"/>
                  </a:lnTo>
                  <a:lnTo>
                    <a:pt x="35799" y="400478"/>
                  </a:lnTo>
                  <a:lnTo>
                    <a:pt x="40649" y="395521"/>
                  </a:lnTo>
                  <a:lnTo>
                    <a:pt x="43773" y="389246"/>
                  </a:lnTo>
                  <a:lnTo>
                    <a:pt x="2986923" y="389246"/>
                  </a:lnTo>
                  <a:lnTo>
                    <a:pt x="2986923" y="375811"/>
                  </a:lnTo>
                  <a:lnTo>
                    <a:pt x="43817" y="375811"/>
                  </a:lnTo>
                  <a:lnTo>
                    <a:pt x="40637" y="369447"/>
                  </a:lnTo>
                  <a:lnTo>
                    <a:pt x="35766" y="364490"/>
                  </a:lnTo>
                  <a:lnTo>
                    <a:pt x="29560" y="361234"/>
                  </a:lnTo>
                  <a:lnTo>
                    <a:pt x="22420" y="360064"/>
                  </a:lnTo>
                  <a:close/>
                </a:path>
                <a:path w="3248025" h="468629">
                  <a:moveTo>
                    <a:pt x="1244521" y="222070"/>
                  </a:moveTo>
                  <a:lnTo>
                    <a:pt x="1228722" y="222070"/>
                  </a:lnTo>
                  <a:lnTo>
                    <a:pt x="1139929" y="375811"/>
                  </a:lnTo>
                  <a:lnTo>
                    <a:pt x="1155817" y="375811"/>
                  </a:lnTo>
                  <a:lnTo>
                    <a:pt x="1244521" y="222070"/>
                  </a:lnTo>
                  <a:close/>
                </a:path>
                <a:path w="3248025" h="468629">
                  <a:moveTo>
                    <a:pt x="1782972" y="222070"/>
                  </a:moveTo>
                  <a:lnTo>
                    <a:pt x="1763576" y="222070"/>
                  </a:lnTo>
                  <a:lnTo>
                    <a:pt x="1917317" y="375811"/>
                  </a:lnTo>
                  <a:lnTo>
                    <a:pt x="1936713" y="375811"/>
                  </a:lnTo>
                  <a:lnTo>
                    <a:pt x="1782972" y="222070"/>
                  </a:lnTo>
                  <a:close/>
                </a:path>
                <a:path w="3248025" h="468629">
                  <a:moveTo>
                    <a:pt x="915011" y="222070"/>
                  </a:moveTo>
                  <a:lnTo>
                    <a:pt x="899264" y="222070"/>
                  </a:lnTo>
                  <a:lnTo>
                    <a:pt x="881432" y="252943"/>
                  </a:lnTo>
                  <a:lnTo>
                    <a:pt x="200984" y="252943"/>
                  </a:lnTo>
                  <a:lnTo>
                    <a:pt x="200984" y="266644"/>
                  </a:lnTo>
                  <a:lnTo>
                    <a:pt x="889261" y="266644"/>
                  </a:lnTo>
                  <a:lnTo>
                    <a:pt x="915011" y="222070"/>
                  </a:lnTo>
                  <a:close/>
                </a:path>
                <a:path w="3248025" h="468629">
                  <a:moveTo>
                    <a:pt x="148936" y="192799"/>
                  </a:moveTo>
                  <a:lnTo>
                    <a:pt x="140216" y="194563"/>
                  </a:lnTo>
                  <a:lnTo>
                    <a:pt x="133088" y="199371"/>
                  </a:lnTo>
                  <a:lnTo>
                    <a:pt x="128280" y="206499"/>
                  </a:lnTo>
                  <a:lnTo>
                    <a:pt x="126516" y="215219"/>
                  </a:lnTo>
                  <a:lnTo>
                    <a:pt x="128280" y="223940"/>
                  </a:lnTo>
                  <a:lnTo>
                    <a:pt x="133088" y="231067"/>
                  </a:lnTo>
                  <a:lnTo>
                    <a:pt x="140216" y="235876"/>
                  </a:lnTo>
                  <a:lnTo>
                    <a:pt x="148936" y="237640"/>
                  </a:lnTo>
                  <a:lnTo>
                    <a:pt x="156114" y="236469"/>
                  </a:lnTo>
                  <a:lnTo>
                    <a:pt x="162315" y="233214"/>
                  </a:lnTo>
                  <a:lnTo>
                    <a:pt x="167166" y="228256"/>
                  </a:lnTo>
                  <a:lnTo>
                    <a:pt x="170245" y="222070"/>
                  </a:lnTo>
                  <a:lnTo>
                    <a:pt x="3247251" y="222070"/>
                  </a:lnTo>
                  <a:lnTo>
                    <a:pt x="3247251" y="208458"/>
                  </a:lnTo>
                  <a:lnTo>
                    <a:pt x="170289" y="208458"/>
                  </a:lnTo>
                  <a:lnTo>
                    <a:pt x="167153" y="202183"/>
                  </a:lnTo>
                  <a:lnTo>
                    <a:pt x="162282" y="197225"/>
                  </a:lnTo>
                  <a:lnTo>
                    <a:pt x="156076" y="193969"/>
                  </a:lnTo>
                  <a:lnTo>
                    <a:pt x="148936" y="192799"/>
                  </a:lnTo>
                  <a:close/>
                </a:path>
                <a:path w="3248025" h="468629">
                  <a:moveTo>
                    <a:pt x="1996679" y="0"/>
                  </a:moveTo>
                  <a:lnTo>
                    <a:pt x="1027522" y="0"/>
                  </a:lnTo>
                  <a:lnTo>
                    <a:pt x="907144" y="208458"/>
                  </a:lnTo>
                  <a:lnTo>
                    <a:pt x="922878" y="208458"/>
                  </a:lnTo>
                  <a:lnTo>
                    <a:pt x="1035440" y="13523"/>
                  </a:lnTo>
                  <a:lnTo>
                    <a:pt x="2010202" y="13523"/>
                  </a:lnTo>
                  <a:lnTo>
                    <a:pt x="1996679" y="0"/>
                  </a:lnTo>
                  <a:close/>
                </a:path>
                <a:path w="3248025" h="468629">
                  <a:moveTo>
                    <a:pt x="1691599" y="130697"/>
                  </a:moveTo>
                  <a:lnTo>
                    <a:pt x="1281444" y="130697"/>
                  </a:lnTo>
                  <a:lnTo>
                    <a:pt x="1236589" y="208458"/>
                  </a:lnTo>
                  <a:lnTo>
                    <a:pt x="1252299" y="208458"/>
                  </a:lnTo>
                  <a:lnTo>
                    <a:pt x="1289273" y="144488"/>
                  </a:lnTo>
                  <a:lnTo>
                    <a:pt x="1705389" y="144488"/>
                  </a:lnTo>
                  <a:lnTo>
                    <a:pt x="1691599" y="130697"/>
                  </a:lnTo>
                  <a:close/>
                </a:path>
                <a:path w="3248025" h="468629">
                  <a:moveTo>
                    <a:pt x="1705389" y="144488"/>
                  </a:moveTo>
                  <a:lnTo>
                    <a:pt x="1685994" y="144488"/>
                  </a:lnTo>
                  <a:lnTo>
                    <a:pt x="1749964" y="208458"/>
                  </a:lnTo>
                  <a:lnTo>
                    <a:pt x="1769359" y="208458"/>
                  </a:lnTo>
                  <a:lnTo>
                    <a:pt x="1705389" y="144488"/>
                  </a:lnTo>
                  <a:close/>
                </a:path>
                <a:path w="3248025" h="468629">
                  <a:moveTo>
                    <a:pt x="2010202" y="13523"/>
                  </a:moveTo>
                  <a:lnTo>
                    <a:pt x="1990985" y="13523"/>
                  </a:lnTo>
                  <a:lnTo>
                    <a:pt x="2124975" y="147513"/>
                  </a:lnTo>
                  <a:lnTo>
                    <a:pt x="3203655" y="147513"/>
                  </a:lnTo>
                  <a:lnTo>
                    <a:pt x="3206791" y="153788"/>
                  </a:lnTo>
                  <a:lnTo>
                    <a:pt x="3211663" y="158745"/>
                  </a:lnTo>
                  <a:lnTo>
                    <a:pt x="3217868" y="162001"/>
                  </a:lnTo>
                  <a:lnTo>
                    <a:pt x="3225008" y="163171"/>
                  </a:lnTo>
                  <a:lnTo>
                    <a:pt x="3233729" y="161407"/>
                  </a:lnTo>
                  <a:lnTo>
                    <a:pt x="3240856" y="156599"/>
                  </a:lnTo>
                  <a:lnTo>
                    <a:pt x="3245665" y="149471"/>
                  </a:lnTo>
                  <a:lnTo>
                    <a:pt x="3247429" y="140751"/>
                  </a:lnTo>
                  <a:lnTo>
                    <a:pt x="3246061" y="133989"/>
                  </a:lnTo>
                  <a:lnTo>
                    <a:pt x="2130669" y="133989"/>
                  </a:lnTo>
                  <a:lnTo>
                    <a:pt x="2010202" y="13523"/>
                  </a:lnTo>
                  <a:close/>
                </a:path>
                <a:path w="3248025" h="468629">
                  <a:moveTo>
                    <a:pt x="3225008" y="118330"/>
                  </a:moveTo>
                  <a:lnTo>
                    <a:pt x="3217831" y="119501"/>
                  </a:lnTo>
                  <a:lnTo>
                    <a:pt x="3211629" y="122757"/>
                  </a:lnTo>
                  <a:lnTo>
                    <a:pt x="3206779" y="127714"/>
                  </a:lnTo>
                  <a:lnTo>
                    <a:pt x="3203655" y="133989"/>
                  </a:lnTo>
                  <a:lnTo>
                    <a:pt x="3246061" y="133989"/>
                  </a:lnTo>
                  <a:lnTo>
                    <a:pt x="3245664" y="132030"/>
                  </a:lnTo>
                  <a:lnTo>
                    <a:pt x="3240856" y="124903"/>
                  </a:lnTo>
                  <a:lnTo>
                    <a:pt x="3233729" y="120094"/>
                  </a:lnTo>
                  <a:lnTo>
                    <a:pt x="3225008" y="118330"/>
                  </a:lnTo>
                  <a:close/>
                </a:path>
                <a:path w="3248025" h="468629">
                  <a:moveTo>
                    <a:pt x="2202379" y="17260"/>
                  </a:moveTo>
                  <a:lnTo>
                    <a:pt x="2094547" y="17260"/>
                  </a:lnTo>
                  <a:lnTo>
                    <a:pt x="2177379" y="100091"/>
                  </a:lnTo>
                  <a:lnTo>
                    <a:pt x="2285211" y="100091"/>
                  </a:lnTo>
                  <a:lnTo>
                    <a:pt x="2202379" y="17260"/>
                  </a:lnTo>
                  <a:close/>
                </a:path>
                <a:path w="3248025" h="468629">
                  <a:moveTo>
                    <a:pt x="2303628" y="17260"/>
                  </a:moveTo>
                  <a:lnTo>
                    <a:pt x="2234053" y="17260"/>
                  </a:lnTo>
                  <a:lnTo>
                    <a:pt x="2316885" y="100091"/>
                  </a:lnTo>
                  <a:lnTo>
                    <a:pt x="2386460" y="100091"/>
                  </a:lnTo>
                  <a:lnTo>
                    <a:pt x="2303628" y="17260"/>
                  </a:lnTo>
                  <a:close/>
                </a:path>
                <a:path w="3248025" h="468629">
                  <a:moveTo>
                    <a:pt x="2404699" y="17260"/>
                  </a:moveTo>
                  <a:lnTo>
                    <a:pt x="2335124" y="17260"/>
                  </a:lnTo>
                  <a:lnTo>
                    <a:pt x="2417955" y="100091"/>
                  </a:lnTo>
                  <a:lnTo>
                    <a:pt x="2487531" y="100091"/>
                  </a:lnTo>
                  <a:lnTo>
                    <a:pt x="2404699" y="17260"/>
                  </a:lnTo>
                  <a:close/>
                </a:path>
                <a:path w="3248025" h="468629">
                  <a:moveTo>
                    <a:pt x="2544027" y="17260"/>
                  </a:moveTo>
                  <a:lnTo>
                    <a:pt x="2436194" y="17260"/>
                  </a:lnTo>
                  <a:lnTo>
                    <a:pt x="2519026" y="100091"/>
                  </a:lnTo>
                  <a:lnTo>
                    <a:pt x="2626858" y="100091"/>
                  </a:lnTo>
                  <a:lnTo>
                    <a:pt x="2544027" y="17260"/>
                  </a:lnTo>
                  <a:close/>
                </a:path>
              </a:pathLst>
            </a:custGeom>
            <a:solidFill>
              <a:srgbClr val="37B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240398" y="220245"/>
            <a:ext cx="64236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CO" sz="4800" spc="-235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Pruebas de endpoints</a:t>
            </a:r>
            <a:endParaRPr sz="4800"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67000" y="1053799"/>
            <a:ext cx="19894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5" dirty="0">
                <a:solidFill>
                  <a:srgbClr val="FFFFFF"/>
                </a:solidFill>
                <a:latin typeface="Arial MT"/>
                <a:cs typeface="Arial MT"/>
              </a:rPr>
              <a:t>Creacion</a:t>
            </a:r>
            <a:r>
              <a:rPr sz="2000" spc="-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del</a:t>
            </a:r>
            <a:r>
              <a:rPr sz="200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Arial MT"/>
                <a:cs typeface="Arial MT"/>
              </a:rPr>
              <a:t>Login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29220" y="1161339"/>
            <a:ext cx="36988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solidFill>
                  <a:srgbClr val="FFFFFF"/>
                </a:solidFill>
                <a:latin typeface="Arial MT"/>
                <a:cs typeface="Arial MT"/>
              </a:rPr>
              <a:t>Crear</a:t>
            </a:r>
            <a:r>
              <a:rPr sz="20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Arial MT"/>
                <a:cs typeface="Arial MT"/>
              </a:rPr>
              <a:t>tarea</a:t>
            </a:r>
            <a:r>
              <a:rPr sz="20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sz="20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5" dirty="0">
                <a:solidFill>
                  <a:srgbClr val="FFFFFF"/>
                </a:solidFill>
                <a:latin typeface="Arial MT"/>
                <a:cs typeface="Arial MT"/>
              </a:rPr>
              <a:t>asignarla</a:t>
            </a:r>
            <a:r>
              <a:rPr sz="20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0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Arial MT"/>
                <a:cs typeface="Arial MT"/>
              </a:rPr>
              <a:t>un</a:t>
            </a:r>
            <a:r>
              <a:rPr sz="20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Arial MT"/>
                <a:cs typeface="Arial MT"/>
              </a:rPr>
              <a:t>usuario: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36A8B2A-C5D1-17DD-1BB7-E76E5E9BFF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43" b="1104"/>
          <a:stretch/>
        </p:blipFill>
        <p:spPr>
          <a:xfrm>
            <a:off x="377190" y="1637895"/>
            <a:ext cx="7511870" cy="807760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CF62A6C-838C-3CFC-B791-40AAAA3050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1884"/>
          <a:stretch/>
        </p:blipFill>
        <p:spPr>
          <a:xfrm>
            <a:off x="8452228" y="1644540"/>
            <a:ext cx="8703943" cy="349896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2DC2950-779E-3D67-68F2-3A83656182B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2597"/>
          <a:stretch/>
        </p:blipFill>
        <p:spPr>
          <a:xfrm>
            <a:off x="8458759" y="5296500"/>
            <a:ext cx="8922353" cy="4418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544979" y="7916764"/>
            <a:ext cx="3248025" cy="468630"/>
          </a:xfrm>
          <a:custGeom>
            <a:avLst/>
            <a:gdLst/>
            <a:ahLst/>
            <a:cxnLst/>
            <a:rect l="l" t="t" r="r" b="b"/>
            <a:pathLst>
              <a:path w="3248025" h="468629">
                <a:moveTo>
                  <a:pt x="1950237" y="389246"/>
                </a:moveTo>
                <a:lnTo>
                  <a:pt x="1930930" y="389246"/>
                </a:lnTo>
                <a:lnTo>
                  <a:pt x="1994366" y="452682"/>
                </a:lnTo>
                <a:lnTo>
                  <a:pt x="3173672" y="452682"/>
                </a:lnTo>
                <a:lnTo>
                  <a:pt x="3176809" y="458957"/>
                </a:lnTo>
                <a:lnTo>
                  <a:pt x="3181680" y="463914"/>
                </a:lnTo>
                <a:lnTo>
                  <a:pt x="3187885" y="467170"/>
                </a:lnTo>
                <a:lnTo>
                  <a:pt x="3195025" y="468341"/>
                </a:lnTo>
                <a:lnTo>
                  <a:pt x="3203746" y="466576"/>
                </a:lnTo>
                <a:lnTo>
                  <a:pt x="3210873" y="461768"/>
                </a:lnTo>
                <a:lnTo>
                  <a:pt x="3215682" y="454641"/>
                </a:lnTo>
                <a:lnTo>
                  <a:pt x="3217446" y="445920"/>
                </a:lnTo>
                <a:lnTo>
                  <a:pt x="3216078" y="439158"/>
                </a:lnTo>
                <a:lnTo>
                  <a:pt x="2000149" y="439158"/>
                </a:lnTo>
                <a:lnTo>
                  <a:pt x="1950237" y="389246"/>
                </a:lnTo>
                <a:close/>
              </a:path>
              <a:path w="3248025" h="468629">
                <a:moveTo>
                  <a:pt x="3195025" y="423499"/>
                </a:moveTo>
                <a:lnTo>
                  <a:pt x="3187848" y="424670"/>
                </a:lnTo>
                <a:lnTo>
                  <a:pt x="3181646" y="427926"/>
                </a:lnTo>
                <a:lnTo>
                  <a:pt x="3176796" y="432883"/>
                </a:lnTo>
                <a:lnTo>
                  <a:pt x="3173672" y="439158"/>
                </a:lnTo>
                <a:lnTo>
                  <a:pt x="3216078" y="439158"/>
                </a:lnTo>
                <a:lnTo>
                  <a:pt x="3195025" y="423499"/>
                </a:lnTo>
                <a:close/>
              </a:path>
              <a:path w="3248025" h="468629">
                <a:moveTo>
                  <a:pt x="1147759" y="389246"/>
                </a:moveTo>
                <a:lnTo>
                  <a:pt x="1132151" y="389246"/>
                </a:lnTo>
                <a:lnTo>
                  <a:pt x="1112044" y="424033"/>
                </a:lnTo>
                <a:lnTo>
                  <a:pt x="161926" y="424033"/>
                </a:lnTo>
                <a:lnTo>
                  <a:pt x="161926" y="437646"/>
                </a:lnTo>
                <a:lnTo>
                  <a:pt x="1119873" y="437646"/>
                </a:lnTo>
                <a:lnTo>
                  <a:pt x="1147759" y="389246"/>
                </a:lnTo>
                <a:close/>
              </a:path>
              <a:path w="3248025" h="468629">
                <a:moveTo>
                  <a:pt x="22420" y="360064"/>
                </a:moveTo>
                <a:lnTo>
                  <a:pt x="13700" y="361828"/>
                </a:lnTo>
                <a:lnTo>
                  <a:pt x="6572" y="366636"/>
                </a:lnTo>
                <a:lnTo>
                  <a:pt x="1764" y="373764"/>
                </a:lnTo>
                <a:lnTo>
                  <a:pt x="0" y="382484"/>
                </a:lnTo>
                <a:lnTo>
                  <a:pt x="1764" y="391205"/>
                </a:lnTo>
                <a:lnTo>
                  <a:pt x="6572" y="398332"/>
                </a:lnTo>
                <a:lnTo>
                  <a:pt x="13700" y="403140"/>
                </a:lnTo>
                <a:lnTo>
                  <a:pt x="22420" y="404905"/>
                </a:lnTo>
                <a:lnTo>
                  <a:pt x="29598" y="403734"/>
                </a:lnTo>
                <a:lnTo>
                  <a:pt x="35799" y="400478"/>
                </a:lnTo>
                <a:lnTo>
                  <a:pt x="40649" y="395521"/>
                </a:lnTo>
                <a:lnTo>
                  <a:pt x="43773" y="389246"/>
                </a:lnTo>
                <a:lnTo>
                  <a:pt x="2986923" y="389246"/>
                </a:lnTo>
                <a:lnTo>
                  <a:pt x="2986923" y="375811"/>
                </a:lnTo>
                <a:lnTo>
                  <a:pt x="43817" y="375811"/>
                </a:lnTo>
                <a:lnTo>
                  <a:pt x="40637" y="369447"/>
                </a:lnTo>
                <a:lnTo>
                  <a:pt x="35766" y="364490"/>
                </a:lnTo>
                <a:lnTo>
                  <a:pt x="29560" y="361234"/>
                </a:lnTo>
                <a:lnTo>
                  <a:pt x="22420" y="360064"/>
                </a:lnTo>
                <a:close/>
              </a:path>
              <a:path w="3248025" h="468629">
                <a:moveTo>
                  <a:pt x="1244521" y="222070"/>
                </a:moveTo>
                <a:lnTo>
                  <a:pt x="1228722" y="222070"/>
                </a:lnTo>
                <a:lnTo>
                  <a:pt x="1139929" y="375811"/>
                </a:lnTo>
                <a:lnTo>
                  <a:pt x="1155817" y="375811"/>
                </a:lnTo>
                <a:lnTo>
                  <a:pt x="1244521" y="222070"/>
                </a:lnTo>
                <a:close/>
              </a:path>
              <a:path w="3248025" h="468629">
                <a:moveTo>
                  <a:pt x="1782972" y="222070"/>
                </a:moveTo>
                <a:lnTo>
                  <a:pt x="1763576" y="222070"/>
                </a:lnTo>
                <a:lnTo>
                  <a:pt x="1917317" y="375811"/>
                </a:lnTo>
                <a:lnTo>
                  <a:pt x="1936713" y="375811"/>
                </a:lnTo>
                <a:lnTo>
                  <a:pt x="1782972" y="222070"/>
                </a:lnTo>
                <a:close/>
              </a:path>
              <a:path w="3248025" h="468629">
                <a:moveTo>
                  <a:pt x="915011" y="222070"/>
                </a:moveTo>
                <a:lnTo>
                  <a:pt x="899264" y="222070"/>
                </a:lnTo>
                <a:lnTo>
                  <a:pt x="881432" y="252943"/>
                </a:lnTo>
                <a:lnTo>
                  <a:pt x="200984" y="252943"/>
                </a:lnTo>
                <a:lnTo>
                  <a:pt x="200984" y="266644"/>
                </a:lnTo>
                <a:lnTo>
                  <a:pt x="889261" y="266644"/>
                </a:lnTo>
                <a:lnTo>
                  <a:pt x="915011" y="222070"/>
                </a:lnTo>
                <a:close/>
              </a:path>
              <a:path w="3248025" h="468629">
                <a:moveTo>
                  <a:pt x="148936" y="192799"/>
                </a:moveTo>
                <a:lnTo>
                  <a:pt x="140216" y="194563"/>
                </a:lnTo>
                <a:lnTo>
                  <a:pt x="133088" y="199371"/>
                </a:lnTo>
                <a:lnTo>
                  <a:pt x="128280" y="206499"/>
                </a:lnTo>
                <a:lnTo>
                  <a:pt x="126516" y="215219"/>
                </a:lnTo>
                <a:lnTo>
                  <a:pt x="128280" y="223940"/>
                </a:lnTo>
                <a:lnTo>
                  <a:pt x="133088" y="231067"/>
                </a:lnTo>
                <a:lnTo>
                  <a:pt x="140216" y="235876"/>
                </a:lnTo>
                <a:lnTo>
                  <a:pt x="148936" y="237640"/>
                </a:lnTo>
                <a:lnTo>
                  <a:pt x="156114" y="236469"/>
                </a:lnTo>
                <a:lnTo>
                  <a:pt x="162315" y="233214"/>
                </a:lnTo>
                <a:lnTo>
                  <a:pt x="167166" y="228256"/>
                </a:lnTo>
                <a:lnTo>
                  <a:pt x="170245" y="222070"/>
                </a:lnTo>
                <a:lnTo>
                  <a:pt x="3247251" y="222070"/>
                </a:lnTo>
                <a:lnTo>
                  <a:pt x="3247251" y="208458"/>
                </a:lnTo>
                <a:lnTo>
                  <a:pt x="170289" y="208458"/>
                </a:lnTo>
                <a:lnTo>
                  <a:pt x="167153" y="202183"/>
                </a:lnTo>
                <a:lnTo>
                  <a:pt x="162282" y="197225"/>
                </a:lnTo>
                <a:lnTo>
                  <a:pt x="156076" y="193969"/>
                </a:lnTo>
                <a:lnTo>
                  <a:pt x="148936" y="192799"/>
                </a:lnTo>
                <a:close/>
              </a:path>
              <a:path w="3248025" h="468629">
                <a:moveTo>
                  <a:pt x="1996679" y="0"/>
                </a:moveTo>
                <a:lnTo>
                  <a:pt x="1027522" y="0"/>
                </a:lnTo>
                <a:lnTo>
                  <a:pt x="907144" y="208458"/>
                </a:lnTo>
                <a:lnTo>
                  <a:pt x="922878" y="208458"/>
                </a:lnTo>
                <a:lnTo>
                  <a:pt x="1035440" y="13523"/>
                </a:lnTo>
                <a:lnTo>
                  <a:pt x="2010202" y="13523"/>
                </a:lnTo>
                <a:lnTo>
                  <a:pt x="1996679" y="0"/>
                </a:lnTo>
                <a:close/>
              </a:path>
              <a:path w="3248025" h="468629">
                <a:moveTo>
                  <a:pt x="1691599" y="130697"/>
                </a:moveTo>
                <a:lnTo>
                  <a:pt x="1281444" y="130697"/>
                </a:lnTo>
                <a:lnTo>
                  <a:pt x="1236589" y="208458"/>
                </a:lnTo>
                <a:lnTo>
                  <a:pt x="1252299" y="208458"/>
                </a:lnTo>
                <a:lnTo>
                  <a:pt x="1289273" y="144488"/>
                </a:lnTo>
                <a:lnTo>
                  <a:pt x="1705389" y="144488"/>
                </a:lnTo>
                <a:lnTo>
                  <a:pt x="1691599" y="130697"/>
                </a:lnTo>
                <a:close/>
              </a:path>
              <a:path w="3248025" h="468629">
                <a:moveTo>
                  <a:pt x="1705389" y="144488"/>
                </a:moveTo>
                <a:lnTo>
                  <a:pt x="1685994" y="144488"/>
                </a:lnTo>
                <a:lnTo>
                  <a:pt x="1749964" y="208458"/>
                </a:lnTo>
                <a:lnTo>
                  <a:pt x="1769359" y="208458"/>
                </a:lnTo>
                <a:lnTo>
                  <a:pt x="1705389" y="144488"/>
                </a:lnTo>
                <a:close/>
              </a:path>
              <a:path w="3248025" h="468629">
                <a:moveTo>
                  <a:pt x="2010202" y="13523"/>
                </a:moveTo>
                <a:lnTo>
                  <a:pt x="1990985" y="13523"/>
                </a:lnTo>
                <a:lnTo>
                  <a:pt x="2124975" y="147513"/>
                </a:lnTo>
                <a:lnTo>
                  <a:pt x="3203655" y="147513"/>
                </a:lnTo>
                <a:lnTo>
                  <a:pt x="3206791" y="153788"/>
                </a:lnTo>
                <a:lnTo>
                  <a:pt x="3211663" y="158745"/>
                </a:lnTo>
                <a:lnTo>
                  <a:pt x="3217868" y="162001"/>
                </a:lnTo>
                <a:lnTo>
                  <a:pt x="3225008" y="163171"/>
                </a:lnTo>
                <a:lnTo>
                  <a:pt x="3233729" y="161407"/>
                </a:lnTo>
                <a:lnTo>
                  <a:pt x="3240856" y="156599"/>
                </a:lnTo>
                <a:lnTo>
                  <a:pt x="3245665" y="149471"/>
                </a:lnTo>
                <a:lnTo>
                  <a:pt x="3247429" y="140751"/>
                </a:lnTo>
                <a:lnTo>
                  <a:pt x="3246061" y="133989"/>
                </a:lnTo>
                <a:lnTo>
                  <a:pt x="2130669" y="133989"/>
                </a:lnTo>
                <a:lnTo>
                  <a:pt x="2010202" y="13523"/>
                </a:lnTo>
                <a:close/>
              </a:path>
              <a:path w="3248025" h="468629">
                <a:moveTo>
                  <a:pt x="3225008" y="118330"/>
                </a:moveTo>
                <a:lnTo>
                  <a:pt x="3217831" y="119501"/>
                </a:lnTo>
                <a:lnTo>
                  <a:pt x="3211629" y="122757"/>
                </a:lnTo>
                <a:lnTo>
                  <a:pt x="3206779" y="127714"/>
                </a:lnTo>
                <a:lnTo>
                  <a:pt x="3203655" y="133989"/>
                </a:lnTo>
                <a:lnTo>
                  <a:pt x="3246061" y="133989"/>
                </a:lnTo>
                <a:lnTo>
                  <a:pt x="3245664" y="132030"/>
                </a:lnTo>
                <a:lnTo>
                  <a:pt x="3240856" y="124903"/>
                </a:lnTo>
                <a:lnTo>
                  <a:pt x="3233729" y="120094"/>
                </a:lnTo>
                <a:lnTo>
                  <a:pt x="3225008" y="118330"/>
                </a:lnTo>
                <a:close/>
              </a:path>
              <a:path w="3248025" h="468629">
                <a:moveTo>
                  <a:pt x="2202379" y="17260"/>
                </a:moveTo>
                <a:lnTo>
                  <a:pt x="2094547" y="17260"/>
                </a:lnTo>
                <a:lnTo>
                  <a:pt x="2177379" y="100091"/>
                </a:lnTo>
                <a:lnTo>
                  <a:pt x="2285211" y="100091"/>
                </a:lnTo>
                <a:lnTo>
                  <a:pt x="2202379" y="17260"/>
                </a:lnTo>
                <a:close/>
              </a:path>
              <a:path w="3248025" h="468629">
                <a:moveTo>
                  <a:pt x="2303628" y="17260"/>
                </a:moveTo>
                <a:lnTo>
                  <a:pt x="2234053" y="17260"/>
                </a:lnTo>
                <a:lnTo>
                  <a:pt x="2316885" y="100091"/>
                </a:lnTo>
                <a:lnTo>
                  <a:pt x="2386460" y="100091"/>
                </a:lnTo>
                <a:lnTo>
                  <a:pt x="2303628" y="17260"/>
                </a:lnTo>
                <a:close/>
              </a:path>
              <a:path w="3248025" h="468629">
                <a:moveTo>
                  <a:pt x="2404699" y="17260"/>
                </a:moveTo>
                <a:lnTo>
                  <a:pt x="2335124" y="17260"/>
                </a:lnTo>
                <a:lnTo>
                  <a:pt x="2417955" y="100091"/>
                </a:lnTo>
                <a:lnTo>
                  <a:pt x="2487531" y="100091"/>
                </a:lnTo>
                <a:lnTo>
                  <a:pt x="2404699" y="17260"/>
                </a:lnTo>
                <a:close/>
              </a:path>
              <a:path w="3248025" h="468629">
                <a:moveTo>
                  <a:pt x="2544027" y="17260"/>
                </a:moveTo>
                <a:lnTo>
                  <a:pt x="2436194" y="17260"/>
                </a:lnTo>
                <a:lnTo>
                  <a:pt x="2519026" y="100091"/>
                </a:lnTo>
                <a:lnTo>
                  <a:pt x="2626858" y="100091"/>
                </a:lnTo>
                <a:lnTo>
                  <a:pt x="2544027" y="17260"/>
                </a:lnTo>
                <a:close/>
              </a:path>
            </a:pathLst>
          </a:custGeom>
          <a:solidFill>
            <a:srgbClr val="37B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76400" y="1259937"/>
            <a:ext cx="2330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40" dirty="0">
                <a:solidFill>
                  <a:srgbClr val="FFFFFF"/>
                </a:solidFill>
                <a:latin typeface="Arial MT"/>
                <a:cs typeface="Arial MT"/>
              </a:rPr>
              <a:t>Ver</a:t>
            </a:r>
            <a:r>
              <a:rPr sz="2400" spc="-20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tareas</a:t>
            </a:r>
            <a:r>
              <a:rPr sz="2400" spc="-20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Arial MT"/>
                <a:cs typeface="Arial MT"/>
              </a:rPr>
              <a:t>creadas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31711" y="1260727"/>
            <a:ext cx="2085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14" dirty="0">
                <a:solidFill>
                  <a:srgbClr val="FFFFFF"/>
                </a:solidFill>
                <a:latin typeface="Arial MT"/>
                <a:cs typeface="Arial MT"/>
              </a:rPr>
              <a:t>Vista</a:t>
            </a:r>
            <a:r>
              <a:rPr sz="2400" spc="-2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Arial MT"/>
                <a:cs typeface="Arial MT"/>
              </a:rPr>
              <a:t>en</a:t>
            </a:r>
            <a:r>
              <a:rPr sz="2400" spc="-2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Arial MT"/>
                <a:cs typeface="Arial MT"/>
              </a:rPr>
              <a:t>frontend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2C8C2ED-B4EE-3630-C758-34421E32A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42" y="1873770"/>
            <a:ext cx="6632758" cy="784173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2DBBD21-86F0-F662-2360-2BF1C336B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956435"/>
            <a:ext cx="10790267" cy="77590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731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1974256" y="9394647"/>
            <a:ext cx="3248025" cy="468630"/>
          </a:xfrm>
          <a:custGeom>
            <a:avLst/>
            <a:gdLst/>
            <a:ahLst/>
            <a:cxnLst/>
            <a:rect l="l" t="t" r="r" b="b"/>
            <a:pathLst>
              <a:path w="3248025" h="468629">
                <a:moveTo>
                  <a:pt x="1950237" y="389246"/>
                </a:moveTo>
                <a:lnTo>
                  <a:pt x="1930930" y="389246"/>
                </a:lnTo>
                <a:lnTo>
                  <a:pt x="1994366" y="452682"/>
                </a:lnTo>
                <a:lnTo>
                  <a:pt x="3173672" y="452682"/>
                </a:lnTo>
                <a:lnTo>
                  <a:pt x="3176809" y="458957"/>
                </a:lnTo>
                <a:lnTo>
                  <a:pt x="3181680" y="463914"/>
                </a:lnTo>
                <a:lnTo>
                  <a:pt x="3187885" y="467170"/>
                </a:lnTo>
                <a:lnTo>
                  <a:pt x="3195025" y="468341"/>
                </a:lnTo>
                <a:lnTo>
                  <a:pt x="3203746" y="466576"/>
                </a:lnTo>
                <a:lnTo>
                  <a:pt x="3210873" y="461768"/>
                </a:lnTo>
                <a:lnTo>
                  <a:pt x="3215682" y="454641"/>
                </a:lnTo>
                <a:lnTo>
                  <a:pt x="3217446" y="445920"/>
                </a:lnTo>
                <a:lnTo>
                  <a:pt x="3216078" y="439158"/>
                </a:lnTo>
                <a:lnTo>
                  <a:pt x="2000149" y="439158"/>
                </a:lnTo>
                <a:lnTo>
                  <a:pt x="1950237" y="389246"/>
                </a:lnTo>
                <a:close/>
              </a:path>
              <a:path w="3248025" h="468629">
                <a:moveTo>
                  <a:pt x="3195025" y="423499"/>
                </a:moveTo>
                <a:lnTo>
                  <a:pt x="3187848" y="424670"/>
                </a:lnTo>
                <a:lnTo>
                  <a:pt x="3181646" y="427926"/>
                </a:lnTo>
                <a:lnTo>
                  <a:pt x="3176796" y="432883"/>
                </a:lnTo>
                <a:lnTo>
                  <a:pt x="3173672" y="439158"/>
                </a:lnTo>
                <a:lnTo>
                  <a:pt x="3216078" y="439158"/>
                </a:lnTo>
                <a:lnTo>
                  <a:pt x="3195025" y="423499"/>
                </a:lnTo>
                <a:close/>
              </a:path>
              <a:path w="3248025" h="468629">
                <a:moveTo>
                  <a:pt x="1147759" y="389246"/>
                </a:moveTo>
                <a:lnTo>
                  <a:pt x="1132151" y="389246"/>
                </a:lnTo>
                <a:lnTo>
                  <a:pt x="1112044" y="424033"/>
                </a:lnTo>
                <a:lnTo>
                  <a:pt x="161926" y="424033"/>
                </a:lnTo>
                <a:lnTo>
                  <a:pt x="161926" y="437646"/>
                </a:lnTo>
                <a:lnTo>
                  <a:pt x="1119873" y="437646"/>
                </a:lnTo>
                <a:lnTo>
                  <a:pt x="1147759" y="389246"/>
                </a:lnTo>
                <a:close/>
              </a:path>
              <a:path w="3248025" h="468629">
                <a:moveTo>
                  <a:pt x="22420" y="360064"/>
                </a:moveTo>
                <a:lnTo>
                  <a:pt x="13700" y="361828"/>
                </a:lnTo>
                <a:lnTo>
                  <a:pt x="6572" y="366636"/>
                </a:lnTo>
                <a:lnTo>
                  <a:pt x="1764" y="373764"/>
                </a:lnTo>
                <a:lnTo>
                  <a:pt x="0" y="382484"/>
                </a:lnTo>
                <a:lnTo>
                  <a:pt x="1764" y="391205"/>
                </a:lnTo>
                <a:lnTo>
                  <a:pt x="6572" y="398332"/>
                </a:lnTo>
                <a:lnTo>
                  <a:pt x="13700" y="403140"/>
                </a:lnTo>
                <a:lnTo>
                  <a:pt x="22420" y="404905"/>
                </a:lnTo>
                <a:lnTo>
                  <a:pt x="29598" y="403734"/>
                </a:lnTo>
                <a:lnTo>
                  <a:pt x="35799" y="400478"/>
                </a:lnTo>
                <a:lnTo>
                  <a:pt x="40649" y="395521"/>
                </a:lnTo>
                <a:lnTo>
                  <a:pt x="43773" y="389246"/>
                </a:lnTo>
                <a:lnTo>
                  <a:pt x="2986923" y="389246"/>
                </a:lnTo>
                <a:lnTo>
                  <a:pt x="2986923" y="375811"/>
                </a:lnTo>
                <a:lnTo>
                  <a:pt x="43817" y="375811"/>
                </a:lnTo>
                <a:lnTo>
                  <a:pt x="40637" y="369447"/>
                </a:lnTo>
                <a:lnTo>
                  <a:pt x="35766" y="364490"/>
                </a:lnTo>
                <a:lnTo>
                  <a:pt x="29560" y="361234"/>
                </a:lnTo>
                <a:lnTo>
                  <a:pt x="22420" y="360064"/>
                </a:lnTo>
                <a:close/>
              </a:path>
              <a:path w="3248025" h="468629">
                <a:moveTo>
                  <a:pt x="1244521" y="222070"/>
                </a:moveTo>
                <a:lnTo>
                  <a:pt x="1228722" y="222070"/>
                </a:lnTo>
                <a:lnTo>
                  <a:pt x="1139929" y="375811"/>
                </a:lnTo>
                <a:lnTo>
                  <a:pt x="1155817" y="375811"/>
                </a:lnTo>
                <a:lnTo>
                  <a:pt x="1244521" y="222070"/>
                </a:lnTo>
                <a:close/>
              </a:path>
              <a:path w="3248025" h="468629">
                <a:moveTo>
                  <a:pt x="1782972" y="222070"/>
                </a:moveTo>
                <a:lnTo>
                  <a:pt x="1763576" y="222070"/>
                </a:lnTo>
                <a:lnTo>
                  <a:pt x="1917317" y="375811"/>
                </a:lnTo>
                <a:lnTo>
                  <a:pt x="1936713" y="375811"/>
                </a:lnTo>
                <a:lnTo>
                  <a:pt x="1782972" y="222070"/>
                </a:lnTo>
                <a:close/>
              </a:path>
              <a:path w="3248025" h="468629">
                <a:moveTo>
                  <a:pt x="915011" y="222070"/>
                </a:moveTo>
                <a:lnTo>
                  <a:pt x="899264" y="222070"/>
                </a:lnTo>
                <a:lnTo>
                  <a:pt x="881432" y="252943"/>
                </a:lnTo>
                <a:lnTo>
                  <a:pt x="200984" y="252943"/>
                </a:lnTo>
                <a:lnTo>
                  <a:pt x="200984" y="266644"/>
                </a:lnTo>
                <a:lnTo>
                  <a:pt x="889261" y="266644"/>
                </a:lnTo>
                <a:lnTo>
                  <a:pt x="915011" y="222070"/>
                </a:lnTo>
                <a:close/>
              </a:path>
              <a:path w="3248025" h="468629">
                <a:moveTo>
                  <a:pt x="148936" y="192799"/>
                </a:moveTo>
                <a:lnTo>
                  <a:pt x="140216" y="194563"/>
                </a:lnTo>
                <a:lnTo>
                  <a:pt x="133088" y="199371"/>
                </a:lnTo>
                <a:lnTo>
                  <a:pt x="128280" y="206499"/>
                </a:lnTo>
                <a:lnTo>
                  <a:pt x="126516" y="215219"/>
                </a:lnTo>
                <a:lnTo>
                  <a:pt x="128280" y="223940"/>
                </a:lnTo>
                <a:lnTo>
                  <a:pt x="133088" y="231067"/>
                </a:lnTo>
                <a:lnTo>
                  <a:pt x="140216" y="235876"/>
                </a:lnTo>
                <a:lnTo>
                  <a:pt x="148936" y="237640"/>
                </a:lnTo>
                <a:lnTo>
                  <a:pt x="156114" y="236469"/>
                </a:lnTo>
                <a:lnTo>
                  <a:pt x="162315" y="233214"/>
                </a:lnTo>
                <a:lnTo>
                  <a:pt x="167166" y="228256"/>
                </a:lnTo>
                <a:lnTo>
                  <a:pt x="170245" y="222070"/>
                </a:lnTo>
                <a:lnTo>
                  <a:pt x="3247251" y="222070"/>
                </a:lnTo>
                <a:lnTo>
                  <a:pt x="3247251" y="208458"/>
                </a:lnTo>
                <a:lnTo>
                  <a:pt x="170289" y="208458"/>
                </a:lnTo>
                <a:lnTo>
                  <a:pt x="167153" y="202183"/>
                </a:lnTo>
                <a:lnTo>
                  <a:pt x="162282" y="197225"/>
                </a:lnTo>
                <a:lnTo>
                  <a:pt x="156076" y="193969"/>
                </a:lnTo>
                <a:lnTo>
                  <a:pt x="148936" y="192799"/>
                </a:lnTo>
                <a:close/>
              </a:path>
              <a:path w="3248025" h="468629">
                <a:moveTo>
                  <a:pt x="1996679" y="0"/>
                </a:moveTo>
                <a:lnTo>
                  <a:pt x="1027522" y="0"/>
                </a:lnTo>
                <a:lnTo>
                  <a:pt x="907144" y="208458"/>
                </a:lnTo>
                <a:lnTo>
                  <a:pt x="922878" y="208458"/>
                </a:lnTo>
                <a:lnTo>
                  <a:pt x="1035440" y="13523"/>
                </a:lnTo>
                <a:lnTo>
                  <a:pt x="2010202" y="13523"/>
                </a:lnTo>
                <a:lnTo>
                  <a:pt x="1996679" y="0"/>
                </a:lnTo>
                <a:close/>
              </a:path>
              <a:path w="3248025" h="468629">
                <a:moveTo>
                  <a:pt x="1691599" y="130697"/>
                </a:moveTo>
                <a:lnTo>
                  <a:pt x="1281444" y="130697"/>
                </a:lnTo>
                <a:lnTo>
                  <a:pt x="1236589" y="208458"/>
                </a:lnTo>
                <a:lnTo>
                  <a:pt x="1252299" y="208458"/>
                </a:lnTo>
                <a:lnTo>
                  <a:pt x="1289273" y="144488"/>
                </a:lnTo>
                <a:lnTo>
                  <a:pt x="1705389" y="144488"/>
                </a:lnTo>
                <a:lnTo>
                  <a:pt x="1691599" y="130697"/>
                </a:lnTo>
                <a:close/>
              </a:path>
              <a:path w="3248025" h="468629">
                <a:moveTo>
                  <a:pt x="1705389" y="144488"/>
                </a:moveTo>
                <a:lnTo>
                  <a:pt x="1685994" y="144488"/>
                </a:lnTo>
                <a:lnTo>
                  <a:pt x="1749964" y="208458"/>
                </a:lnTo>
                <a:lnTo>
                  <a:pt x="1769359" y="208458"/>
                </a:lnTo>
                <a:lnTo>
                  <a:pt x="1705389" y="144488"/>
                </a:lnTo>
                <a:close/>
              </a:path>
              <a:path w="3248025" h="468629">
                <a:moveTo>
                  <a:pt x="2010202" y="13523"/>
                </a:moveTo>
                <a:lnTo>
                  <a:pt x="1990985" y="13523"/>
                </a:lnTo>
                <a:lnTo>
                  <a:pt x="2124975" y="147513"/>
                </a:lnTo>
                <a:lnTo>
                  <a:pt x="3203655" y="147513"/>
                </a:lnTo>
                <a:lnTo>
                  <a:pt x="3206791" y="153788"/>
                </a:lnTo>
                <a:lnTo>
                  <a:pt x="3211663" y="158745"/>
                </a:lnTo>
                <a:lnTo>
                  <a:pt x="3217868" y="162001"/>
                </a:lnTo>
                <a:lnTo>
                  <a:pt x="3225008" y="163171"/>
                </a:lnTo>
                <a:lnTo>
                  <a:pt x="3233729" y="161407"/>
                </a:lnTo>
                <a:lnTo>
                  <a:pt x="3240856" y="156599"/>
                </a:lnTo>
                <a:lnTo>
                  <a:pt x="3245665" y="149471"/>
                </a:lnTo>
                <a:lnTo>
                  <a:pt x="3247429" y="140751"/>
                </a:lnTo>
                <a:lnTo>
                  <a:pt x="3246061" y="133989"/>
                </a:lnTo>
                <a:lnTo>
                  <a:pt x="2130669" y="133989"/>
                </a:lnTo>
                <a:lnTo>
                  <a:pt x="2010202" y="13523"/>
                </a:lnTo>
                <a:close/>
              </a:path>
              <a:path w="3248025" h="468629">
                <a:moveTo>
                  <a:pt x="3225008" y="118330"/>
                </a:moveTo>
                <a:lnTo>
                  <a:pt x="3217831" y="119501"/>
                </a:lnTo>
                <a:lnTo>
                  <a:pt x="3211629" y="122757"/>
                </a:lnTo>
                <a:lnTo>
                  <a:pt x="3206779" y="127714"/>
                </a:lnTo>
                <a:lnTo>
                  <a:pt x="3203655" y="133989"/>
                </a:lnTo>
                <a:lnTo>
                  <a:pt x="3246061" y="133989"/>
                </a:lnTo>
                <a:lnTo>
                  <a:pt x="3245664" y="132030"/>
                </a:lnTo>
                <a:lnTo>
                  <a:pt x="3240856" y="124903"/>
                </a:lnTo>
                <a:lnTo>
                  <a:pt x="3233729" y="120094"/>
                </a:lnTo>
                <a:lnTo>
                  <a:pt x="3225008" y="118330"/>
                </a:lnTo>
                <a:close/>
              </a:path>
              <a:path w="3248025" h="468629">
                <a:moveTo>
                  <a:pt x="2202379" y="17260"/>
                </a:moveTo>
                <a:lnTo>
                  <a:pt x="2094547" y="17260"/>
                </a:lnTo>
                <a:lnTo>
                  <a:pt x="2177379" y="100091"/>
                </a:lnTo>
                <a:lnTo>
                  <a:pt x="2285211" y="100091"/>
                </a:lnTo>
                <a:lnTo>
                  <a:pt x="2202379" y="17260"/>
                </a:lnTo>
                <a:close/>
              </a:path>
              <a:path w="3248025" h="468629">
                <a:moveTo>
                  <a:pt x="2303628" y="17260"/>
                </a:moveTo>
                <a:lnTo>
                  <a:pt x="2234053" y="17260"/>
                </a:lnTo>
                <a:lnTo>
                  <a:pt x="2316885" y="100091"/>
                </a:lnTo>
                <a:lnTo>
                  <a:pt x="2386460" y="100091"/>
                </a:lnTo>
                <a:lnTo>
                  <a:pt x="2303628" y="17260"/>
                </a:lnTo>
                <a:close/>
              </a:path>
              <a:path w="3248025" h="468629">
                <a:moveTo>
                  <a:pt x="2404699" y="17260"/>
                </a:moveTo>
                <a:lnTo>
                  <a:pt x="2335124" y="17260"/>
                </a:lnTo>
                <a:lnTo>
                  <a:pt x="2417955" y="100091"/>
                </a:lnTo>
                <a:lnTo>
                  <a:pt x="2487531" y="100091"/>
                </a:lnTo>
                <a:lnTo>
                  <a:pt x="2404699" y="17260"/>
                </a:lnTo>
                <a:close/>
              </a:path>
              <a:path w="3248025" h="468629">
                <a:moveTo>
                  <a:pt x="2544027" y="17260"/>
                </a:moveTo>
                <a:lnTo>
                  <a:pt x="2436194" y="17260"/>
                </a:lnTo>
                <a:lnTo>
                  <a:pt x="2519026" y="100091"/>
                </a:lnTo>
                <a:lnTo>
                  <a:pt x="2626858" y="100091"/>
                </a:lnTo>
                <a:lnTo>
                  <a:pt x="2544027" y="17260"/>
                </a:lnTo>
                <a:close/>
              </a:path>
            </a:pathLst>
          </a:custGeom>
          <a:solidFill>
            <a:srgbClr val="37B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019430" y="324615"/>
            <a:ext cx="13129260" cy="756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1235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Datos</a:t>
            </a:r>
            <a:r>
              <a:rPr spc="-265" dirty="0"/>
              <a:t> </a:t>
            </a:r>
            <a:r>
              <a:rPr spc="-145" dirty="0"/>
              <a:t>almacenados</a:t>
            </a:r>
            <a:r>
              <a:rPr spc="-265" dirty="0"/>
              <a:t> </a:t>
            </a:r>
            <a:r>
              <a:rPr spc="-75" dirty="0"/>
              <a:t>en</a:t>
            </a:r>
            <a:r>
              <a:rPr spc="-265" dirty="0"/>
              <a:t> </a:t>
            </a:r>
            <a:r>
              <a:rPr spc="-120" dirty="0"/>
              <a:t>base</a:t>
            </a:r>
            <a:r>
              <a:rPr spc="-265" dirty="0"/>
              <a:t> </a:t>
            </a:r>
            <a:r>
              <a:rPr spc="-75" dirty="0"/>
              <a:t>de</a:t>
            </a:r>
            <a:r>
              <a:rPr spc="-265" dirty="0"/>
              <a:t> </a:t>
            </a:r>
            <a:r>
              <a:rPr spc="-130" dirty="0"/>
              <a:t>datos</a:t>
            </a:r>
            <a:r>
              <a:rPr spc="-265" dirty="0"/>
              <a:t> </a:t>
            </a:r>
            <a:r>
              <a:rPr spc="-100" dirty="0"/>
              <a:t>usuarios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23890" y="6167060"/>
            <a:ext cx="684022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3000" spc="-130" dirty="0">
                <a:solidFill>
                  <a:srgbClr val="FFFFFF"/>
                </a:solidFill>
                <a:latin typeface="Arial MT"/>
                <a:cs typeface="Arial MT"/>
              </a:rPr>
              <a:t>Datos</a:t>
            </a:r>
            <a:r>
              <a:rPr sz="30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145" dirty="0">
                <a:solidFill>
                  <a:srgbClr val="FFFFFF"/>
                </a:solidFill>
                <a:latin typeface="Arial MT"/>
                <a:cs typeface="Arial MT"/>
              </a:rPr>
              <a:t>almacenados</a:t>
            </a:r>
            <a:r>
              <a:rPr sz="30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75" dirty="0">
                <a:solidFill>
                  <a:srgbClr val="FFFFFF"/>
                </a:solidFill>
                <a:latin typeface="Arial MT"/>
                <a:cs typeface="Arial MT"/>
              </a:rPr>
              <a:t>en</a:t>
            </a:r>
            <a:r>
              <a:rPr sz="30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120" dirty="0">
                <a:solidFill>
                  <a:srgbClr val="FFFFFF"/>
                </a:solidFill>
                <a:latin typeface="Arial MT"/>
                <a:cs typeface="Arial MT"/>
              </a:rPr>
              <a:t>base</a:t>
            </a:r>
            <a:r>
              <a:rPr sz="30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7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30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130" dirty="0">
                <a:solidFill>
                  <a:srgbClr val="FFFFFF"/>
                </a:solidFill>
                <a:latin typeface="Arial MT"/>
                <a:cs typeface="Arial MT"/>
              </a:rPr>
              <a:t>datos</a:t>
            </a:r>
            <a:r>
              <a:rPr sz="3000" spc="-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85" dirty="0">
                <a:solidFill>
                  <a:srgbClr val="FFFFFF"/>
                </a:solidFill>
                <a:latin typeface="Arial MT"/>
                <a:cs typeface="Arial MT"/>
              </a:rPr>
              <a:t>tareas</a:t>
            </a:r>
            <a:endParaRPr sz="3000" dirty="0">
              <a:latin typeface="Arial MT"/>
              <a:cs typeface="Arial M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E54765A-3C22-BDC6-E6A2-37853777E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470" y="1081534"/>
            <a:ext cx="15533179" cy="449579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F70A32F-AB66-A964-E66A-CB66BB4D4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6743700"/>
            <a:ext cx="15815321" cy="29383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31214" y="3519372"/>
              <a:ext cx="16225519" cy="3248025"/>
            </a:xfrm>
            <a:custGeom>
              <a:avLst/>
              <a:gdLst/>
              <a:ahLst/>
              <a:cxnLst/>
              <a:rect l="l" t="t" r="r" b="b"/>
              <a:pathLst>
                <a:path w="16225519" h="3248025">
                  <a:moveTo>
                    <a:pt x="451078" y="1045044"/>
                  </a:moveTo>
                  <a:lnTo>
                    <a:pt x="368249" y="962215"/>
                  </a:lnTo>
                  <a:lnTo>
                    <a:pt x="368249" y="1070051"/>
                  </a:lnTo>
                  <a:lnTo>
                    <a:pt x="451078" y="1152880"/>
                  </a:lnTo>
                  <a:lnTo>
                    <a:pt x="451078" y="1045044"/>
                  </a:lnTo>
                  <a:close/>
                </a:path>
                <a:path w="16225519" h="3248025">
                  <a:moveTo>
                    <a:pt x="451078" y="943800"/>
                  </a:moveTo>
                  <a:lnTo>
                    <a:pt x="368249" y="860971"/>
                  </a:lnTo>
                  <a:lnTo>
                    <a:pt x="368249" y="930541"/>
                  </a:lnTo>
                  <a:lnTo>
                    <a:pt x="451078" y="1013371"/>
                  </a:lnTo>
                  <a:lnTo>
                    <a:pt x="451078" y="943800"/>
                  </a:lnTo>
                  <a:close/>
                </a:path>
                <a:path w="16225519" h="3248025">
                  <a:moveTo>
                    <a:pt x="451078" y="842733"/>
                  </a:moveTo>
                  <a:lnTo>
                    <a:pt x="368249" y="759891"/>
                  </a:lnTo>
                  <a:lnTo>
                    <a:pt x="368249" y="829475"/>
                  </a:lnTo>
                  <a:lnTo>
                    <a:pt x="451078" y="912304"/>
                  </a:lnTo>
                  <a:lnTo>
                    <a:pt x="451078" y="842733"/>
                  </a:lnTo>
                  <a:close/>
                </a:path>
                <a:path w="16225519" h="3248025">
                  <a:moveTo>
                    <a:pt x="451078" y="703402"/>
                  </a:moveTo>
                  <a:lnTo>
                    <a:pt x="368249" y="620572"/>
                  </a:lnTo>
                  <a:lnTo>
                    <a:pt x="368249" y="728395"/>
                  </a:lnTo>
                  <a:lnTo>
                    <a:pt x="451078" y="811237"/>
                  </a:lnTo>
                  <a:lnTo>
                    <a:pt x="451078" y="703402"/>
                  </a:lnTo>
                  <a:close/>
                </a:path>
                <a:path w="16225519" h="3248025">
                  <a:moveTo>
                    <a:pt x="468337" y="1250746"/>
                  </a:moveTo>
                  <a:lnTo>
                    <a:pt x="454812" y="1237221"/>
                  </a:lnTo>
                  <a:lnTo>
                    <a:pt x="334352" y="1116761"/>
                  </a:lnTo>
                  <a:lnTo>
                    <a:pt x="334352" y="43776"/>
                  </a:lnTo>
                  <a:lnTo>
                    <a:pt x="340626" y="40652"/>
                  </a:lnTo>
                  <a:lnTo>
                    <a:pt x="345579" y="35801"/>
                  </a:lnTo>
                  <a:lnTo>
                    <a:pt x="348843" y="29603"/>
                  </a:lnTo>
                  <a:lnTo>
                    <a:pt x="350012" y="22415"/>
                  </a:lnTo>
                  <a:lnTo>
                    <a:pt x="348246" y="13703"/>
                  </a:lnTo>
                  <a:lnTo>
                    <a:pt x="343433" y="6565"/>
                  </a:lnTo>
                  <a:lnTo>
                    <a:pt x="336308" y="1765"/>
                  </a:lnTo>
                  <a:lnTo>
                    <a:pt x="334352" y="1371"/>
                  </a:lnTo>
                  <a:lnTo>
                    <a:pt x="327583" y="0"/>
                  </a:lnTo>
                  <a:lnTo>
                    <a:pt x="318871" y="1765"/>
                  </a:lnTo>
                  <a:lnTo>
                    <a:pt x="311746" y="6565"/>
                  </a:lnTo>
                  <a:lnTo>
                    <a:pt x="306933" y="13703"/>
                  </a:lnTo>
                  <a:lnTo>
                    <a:pt x="305168" y="22415"/>
                  </a:lnTo>
                  <a:lnTo>
                    <a:pt x="306336" y="29565"/>
                  </a:lnTo>
                  <a:lnTo>
                    <a:pt x="309600" y="35763"/>
                  </a:lnTo>
                  <a:lnTo>
                    <a:pt x="314553" y="40640"/>
                  </a:lnTo>
                  <a:lnTo>
                    <a:pt x="320827" y="43776"/>
                  </a:lnTo>
                  <a:lnTo>
                    <a:pt x="320827" y="1122451"/>
                  </a:lnTo>
                  <a:lnTo>
                    <a:pt x="454812" y="1256449"/>
                  </a:lnTo>
                  <a:lnTo>
                    <a:pt x="454812" y="2211984"/>
                  </a:lnTo>
                  <a:lnTo>
                    <a:pt x="259880" y="2324544"/>
                  </a:lnTo>
                  <a:lnTo>
                    <a:pt x="259880" y="2010841"/>
                  </a:lnTo>
                  <a:lnTo>
                    <a:pt x="337642" y="1965985"/>
                  </a:lnTo>
                  <a:lnTo>
                    <a:pt x="337642" y="1555826"/>
                  </a:lnTo>
                  <a:lnTo>
                    <a:pt x="323850" y="1542034"/>
                  </a:lnTo>
                  <a:lnTo>
                    <a:pt x="323850" y="1561439"/>
                  </a:lnTo>
                  <a:lnTo>
                    <a:pt x="323850" y="1958149"/>
                  </a:lnTo>
                  <a:lnTo>
                    <a:pt x="259880" y="1995131"/>
                  </a:lnTo>
                  <a:lnTo>
                    <a:pt x="259880" y="1497469"/>
                  </a:lnTo>
                  <a:lnTo>
                    <a:pt x="323850" y="1561439"/>
                  </a:lnTo>
                  <a:lnTo>
                    <a:pt x="323850" y="1542034"/>
                  </a:lnTo>
                  <a:lnTo>
                    <a:pt x="259880" y="1478064"/>
                  </a:lnTo>
                  <a:lnTo>
                    <a:pt x="259880" y="177"/>
                  </a:lnTo>
                  <a:lnTo>
                    <a:pt x="246265" y="177"/>
                  </a:lnTo>
                  <a:lnTo>
                    <a:pt x="246265" y="1464462"/>
                  </a:lnTo>
                  <a:lnTo>
                    <a:pt x="246265" y="1483855"/>
                  </a:lnTo>
                  <a:lnTo>
                    <a:pt x="246265" y="2002904"/>
                  </a:lnTo>
                  <a:lnTo>
                    <a:pt x="92532" y="2091613"/>
                  </a:lnTo>
                  <a:lnTo>
                    <a:pt x="92532" y="1330109"/>
                  </a:lnTo>
                  <a:lnTo>
                    <a:pt x="246265" y="1483855"/>
                  </a:lnTo>
                  <a:lnTo>
                    <a:pt x="246265" y="1464462"/>
                  </a:lnTo>
                  <a:lnTo>
                    <a:pt x="92532" y="1310716"/>
                  </a:lnTo>
                  <a:lnTo>
                    <a:pt x="92532" y="260502"/>
                  </a:lnTo>
                  <a:lnTo>
                    <a:pt x="79095" y="260502"/>
                  </a:lnTo>
                  <a:lnTo>
                    <a:pt x="79095" y="1297190"/>
                  </a:lnTo>
                  <a:lnTo>
                    <a:pt x="29184" y="1247279"/>
                  </a:lnTo>
                  <a:lnTo>
                    <a:pt x="29184" y="73761"/>
                  </a:lnTo>
                  <a:lnTo>
                    <a:pt x="35458" y="70637"/>
                  </a:lnTo>
                  <a:lnTo>
                    <a:pt x="40411" y="65786"/>
                  </a:lnTo>
                  <a:lnTo>
                    <a:pt x="43675" y="59575"/>
                  </a:lnTo>
                  <a:lnTo>
                    <a:pt x="44843" y="52400"/>
                  </a:lnTo>
                  <a:lnTo>
                    <a:pt x="43078" y="43688"/>
                  </a:lnTo>
                  <a:lnTo>
                    <a:pt x="38265" y="36550"/>
                  </a:lnTo>
                  <a:lnTo>
                    <a:pt x="31140" y="31750"/>
                  </a:lnTo>
                  <a:lnTo>
                    <a:pt x="30695" y="31661"/>
                  </a:lnTo>
                  <a:lnTo>
                    <a:pt x="29184" y="31356"/>
                  </a:lnTo>
                  <a:lnTo>
                    <a:pt x="0" y="52400"/>
                  </a:lnTo>
                  <a:lnTo>
                    <a:pt x="1168" y="59537"/>
                  </a:lnTo>
                  <a:lnTo>
                    <a:pt x="4419" y="65747"/>
                  </a:lnTo>
                  <a:lnTo>
                    <a:pt x="9385" y="70624"/>
                  </a:lnTo>
                  <a:lnTo>
                    <a:pt x="15659" y="73761"/>
                  </a:lnTo>
                  <a:lnTo>
                    <a:pt x="15659" y="1253058"/>
                  </a:lnTo>
                  <a:lnTo>
                    <a:pt x="79095" y="1316494"/>
                  </a:lnTo>
                  <a:lnTo>
                    <a:pt x="79095" y="2099665"/>
                  </a:lnTo>
                  <a:lnTo>
                    <a:pt x="30695" y="2127554"/>
                  </a:lnTo>
                  <a:lnTo>
                    <a:pt x="30695" y="3085503"/>
                  </a:lnTo>
                  <a:lnTo>
                    <a:pt x="44310" y="3085503"/>
                  </a:lnTo>
                  <a:lnTo>
                    <a:pt x="44310" y="2135378"/>
                  </a:lnTo>
                  <a:lnTo>
                    <a:pt x="79095" y="2115274"/>
                  </a:lnTo>
                  <a:lnTo>
                    <a:pt x="79095" y="3203651"/>
                  </a:lnTo>
                  <a:lnTo>
                    <a:pt x="72821" y="3206775"/>
                  </a:lnTo>
                  <a:lnTo>
                    <a:pt x="67856" y="3211626"/>
                  </a:lnTo>
                  <a:lnTo>
                    <a:pt x="64604" y="3217824"/>
                  </a:lnTo>
                  <a:lnTo>
                    <a:pt x="63436" y="3225012"/>
                  </a:lnTo>
                  <a:lnTo>
                    <a:pt x="65201" y="3233724"/>
                  </a:lnTo>
                  <a:lnTo>
                    <a:pt x="70002" y="3240862"/>
                  </a:lnTo>
                  <a:lnTo>
                    <a:pt x="77139" y="3245662"/>
                  </a:lnTo>
                  <a:lnTo>
                    <a:pt x="85852" y="3247428"/>
                  </a:lnTo>
                  <a:lnTo>
                    <a:pt x="94576" y="3245662"/>
                  </a:lnTo>
                  <a:lnTo>
                    <a:pt x="101701" y="3240862"/>
                  </a:lnTo>
                  <a:lnTo>
                    <a:pt x="106514" y="3233724"/>
                  </a:lnTo>
                  <a:lnTo>
                    <a:pt x="108280" y="3225012"/>
                  </a:lnTo>
                  <a:lnTo>
                    <a:pt x="107111" y="3217862"/>
                  </a:lnTo>
                  <a:lnTo>
                    <a:pt x="103847" y="3211665"/>
                  </a:lnTo>
                  <a:lnTo>
                    <a:pt x="98894" y="3206788"/>
                  </a:lnTo>
                  <a:lnTo>
                    <a:pt x="92532" y="3203613"/>
                  </a:lnTo>
                  <a:lnTo>
                    <a:pt x="92532" y="2107501"/>
                  </a:lnTo>
                  <a:lnTo>
                    <a:pt x="246265" y="2018703"/>
                  </a:lnTo>
                  <a:lnTo>
                    <a:pt x="246265" y="2332418"/>
                  </a:lnTo>
                  <a:lnTo>
                    <a:pt x="201701" y="2358161"/>
                  </a:lnTo>
                  <a:lnTo>
                    <a:pt x="201701" y="3046438"/>
                  </a:lnTo>
                  <a:lnTo>
                    <a:pt x="215392" y="3046438"/>
                  </a:lnTo>
                  <a:lnTo>
                    <a:pt x="215392" y="2365997"/>
                  </a:lnTo>
                  <a:lnTo>
                    <a:pt x="246265" y="2348166"/>
                  </a:lnTo>
                  <a:lnTo>
                    <a:pt x="246265" y="3077184"/>
                  </a:lnTo>
                  <a:lnTo>
                    <a:pt x="240080" y="3080258"/>
                  </a:lnTo>
                  <a:lnTo>
                    <a:pt x="235127" y="3085109"/>
                  </a:lnTo>
                  <a:lnTo>
                    <a:pt x="231876" y="3091319"/>
                  </a:lnTo>
                  <a:lnTo>
                    <a:pt x="230695" y="3098495"/>
                  </a:lnTo>
                  <a:lnTo>
                    <a:pt x="232460" y="3107207"/>
                  </a:lnTo>
                  <a:lnTo>
                    <a:pt x="237274" y="3114344"/>
                  </a:lnTo>
                  <a:lnTo>
                    <a:pt x="244398" y="3119145"/>
                  </a:lnTo>
                  <a:lnTo>
                    <a:pt x="253123" y="3120910"/>
                  </a:lnTo>
                  <a:lnTo>
                    <a:pt x="261835" y="3119145"/>
                  </a:lnTo>
                  <a:lnTo>
                    <a:pt x="268973" y="3114344"/>
                  </a:lnTo>
                  <a:lnTo>
                    <a:pt x="273773" y="3107207"/>
                  </a:lnTo>
                  <a:lnTo>
                    <a:pt x="275539" y="3098495"/>
                  </a:lnTo>
                  <a:lnTo>
                    <a:pt x="274370" y="3091357"/>
                  </a:lnTo>
                  <a:lnTo>
                    <a:pt x="271119" y="3085147"/>
                  </a:lnTo>
                  <a:lnTo>
                    <a:pt x="266153" y="3080270"/>
                  </a:lnTo>
                  <a:lnTo>
                    <a:pt x="259880" y="3077133"/>
                  </a:lnTo>
                  <a:lnTo>
                    <a:pt x="259880" y="2340279"/>
                  </a:lnTo>
                  <a:lnTo>
                    <a:pt x="468337" y="2219909"/>
                  </a:lnTo>
                  <a:lnTo>
                    <a:pt x="468337" y="1250746"/>
                  </a:lnTo>
                  <a:close/>
                </a:path>
                <a:path w="16225519" h="3248025">
                  <a:moveTo>
                    <a:pt x="15857258" y="962215"/>
                  </a:moveTo>
                  <a:lnTo>
                    <a:pt x="15774429" y="1045044"/>
                  </a:lnTo>
                  <a:lnTo>
                    <a:pt x="15774429" y="1152880"/>
                  </a:lnTo>
                  <a:lnTo>
                    <a:pt x="15857258" y="1070051"/>
                  </a:lnTo>
                  <a:lnTo>
                    <a:pt x="15857258" y="962215"/>
                  </a:lnTo>
                  <a:close/>
                </a:path>
                <a:path w="16225519" h="3248025">
                  <a:moveTo>
                    <a:pt x="15857258" y="860971"/>
                  </a:moveTo>
                  <a:lnTo>
                    <a:pt x="15774429" y="943800"/>
                  </a:lnTo>
                  <a:lnTo>
                    <a:pt x="15774429" y="1013371"/>
                  </a:lnTo>
                  <a:lnTo>
                    <a:pt x="15857258" y="930541"/>
                  </a:lnTo>
                  <a:lnTo>
                    <a:pt x="15857258" y="860971"/>
                  </a:lnTo>
                  <a:close/>
                </a:path>
                <a:path w="16225519" h="3248025">
                  <a:moveTo>
                    <a:pt x="15857258" y="759891"/>
                  </a:moveTo>
                  <a:lnTo>
                    <a:pt x="15774429" y="842733"/>
                  </a:lnTo>
                  <a:lnTo>
                    <a:pt x="15774429" y="912304"/>
                  </a:lnTo>
                  <a:lnTo>
                    <a:pt x="15857258" y="829475"/>
                  </a:lnTo>
                  <a:lnTo>
                    <a:pt x="15857258" y="759891"/>
                  </a:lnTo>
                  <a:close/>
                </a:path>
                <a:path w="16225519" h="3248025">
                  <a:moveTo>
                    <a:pt x="15857258" y="620572"/>
                  </a:moveTo>
                  <a:lnTo>
                    <a:pt x="15774429" y="703402"/>
                  </a:lnTo>
                  <a:lnTo>
                    <a:pt x="15774429" y="811237"/>
                  </a:lnTo>
                  <a:lnTo>
                    <a:pt x="15857258" y="728395"/>
                  </a:lnTo>
                  <a:lnTo>
                    <a:pt x="15857258" y="620572"/>
                  </a:lnTo>
                  <a:close/>
                </a:path>
                <a:path w="16225519" h="3248025">
                  <a:moveTo>
                    <a:pt x="16225508" y="52400"/>
                  </a:moveTo>
                  <a:lnTo>
                    <a:pt x="16223742" y="43688"/>
                  </a:lnTo>
                  <a:lnTo>
                    <a:pt x="16218942" y="36550"/>
                  </a:lnTo>
                  <a:lnTo>
                    <a:pt x="16211817" y="31750"/>
                  </a:lnTo>
                  <a:lnTo>
                    <a:pt x="16203092" y="29984"/>
                  </a:lnTo>
                  <a:lnTo>
                    <a:pt x="16196323" y="31356"/>
                  </a:lnTo>
                  <a:lnTo>
                    <a:pt x="16194812" y="31661"/>
                  </a:lnTo>
                  <a:lnTo>
                    <a:pt x="16194367" y="31750"/>
                  </a:lnTo>
                  <a:lnTo>
                    <a:pt x="16187242" y="36550"/>
                  </a:lnTo>
                  <a:lnTo>
                    <a:pt x="16182429" y="43688"/>
                  </a:lnTo>
                  <a:lnTo>
                    <a:pt x="16180664" y="52400"/>
                  </a:lnTo>
                  <a:lnTo>
                    <a:pt x="16181845" y="59575"/>
                  </a:lnTo>
                  <a:lnTo>
                    <a:pt x="16185096" y="65786"/>
                  </a:lnTo>
                  <a:lnTo>
                    <a:pt x="16190049" y="70637"/>
                  </a:lnTo>
                  <a:lnTo>
                    <a:pt x="16196323" y="73761"/>
                  </a:lnTo>
                  <a:lnTo>
                    <a:pt x="16196323" y="1247279"/>
                  </a:lnTo>
                  <a:lnTo>
                    <a:pt x="16146412" y="1297190"/>
                  </a:lnTo>
                  <a:lnTo>
                    <a:pt x="16146412" y="260502"/>
                  </a:lnTo>
                  <a:lnTo>
                    <a:pt x="16132988" y="260502"/>
                  </a:lnTo>
                  <a:lnTo>
                    <a:pt x="16132988" y="1310716"/>
                  </a:lnTo>
                  <a:lnTo>
                    <a:pt x="16132988" y="1330109"/>
                  </a:lnTo>
                  <a:lnTo>
                    <a:pt x="16132988" y="2091613"/>
                  </a:lnTo>
                  <a:lnTo>
                    <a:pt x="15979242" y="2002904"/>
                  </a:lnTo>
                  <a:lnTo>
                    <a:pt x="15979242" y="1483855"/>
                  </a:lnTo>
                  <a:lnTo>
                    <a:pt x="16132988" y="1330109"/>
                  </a:lnTo>
                  <a:lnTo>
                    <a:pt x="16132988" y="1310716"/>
                  </a:lnTo>
                  <a:lnTo>
                    <a:pt x="15979242" y="1464462"/>
                  </a:lnTo>
                  <a:lnTo>
                    <a:pt x="15979242" y="177"/>
                  </a:lnTo>
                  <a:lnTo>
                    <a:pt x="15965627" y="177"/>
                  </a:lnTo>
                  <a:lnTo>
                    <a:pt x="15965627" y="1478064"/>
                  </a:lnTo>
                  <a:lnTo>
                    <a:pt x="15965627" y="1497469"/>
                  </a:lnTo>
                  <a:lnTo>
                    <a:pt x="15965627" y="1995131"/>
                  </a:lnTo>
                  <a:lnTo>
                    <a:pt x="15901658" y="1958149"/>
                  </a:lnTo>
                  <a:lnTo>
                    <a:pt x="15901658" y="1561439"/>
                  </a:lnTo>
                  <a:lnTo>
                    <a:pt x="15965627" y="1497469"/>
                  </a:lnTo>
                  <a:lnTo>
                    <a:pt x="15965627" y="1478064"/>
                  </a:lnTo>
                  <a:lnTo>
                    <a:pt x="15901658" y="1542034"/>
                  </a:lnTo>
                  <a:lnTo>
                    <a:pt x="15887865" y="1555826"/>
                  </a:lnTo>
                  <a:lnTo>
                    <a:pt x="15887865" y="1965985"/>
                  </a:lnTo>
                  <a:lnTo>
                    <a:pt x="15965627" y="2010841"/>
                  </a:lnTo>
                  <a:lnTo>
                    <a:pt x="15965627" y="2324544"/>
                  </a:lnTo>
                  <a:lnTo>
                    <a:pt x="15770695" y="2211984"/>
                  </a:lnTo>
                  <a:lnTo>
                    <a:pt x="15770695" y="1256449"/>
                  </a:lnTo>
                  <a:lnTo>
                    <a:pt x="15904680" y="1122451"/>
                  </a:lnTo>
                  <a:lnTo>
                    <a:pt x="15904680" y="43776"/>
                  </a:lnTo>
                  <a:lnTo>
                    <a:pt x="15910954" y="40640"/>
                  </a:lnTo>
                  <a:lnTo>
                    <a:pt x="15915920" y="35763"/>
                  </a:lnTo>
                  <a:lnTo>
                    <a:pt x="15919171" y="29565"/>
                  </a:lnTo>
                  <a:lnTo>
                    <a:pt x="15920339" y="22415"/>
                  </a:lnTo>
                  <a:lnTo>
                    <a:pt x="15918574" y="13703"/>
                  </a:lnTo>
                  <a:lnTo>
                    <a:pt x="15913773" y="6565"/>
                  </a:lnTo>
                  <a:lnTo>
                    <a:pt x="15906636" y="1765"/>
                  </a:lnTo>
                  <a:lnTo>
                    <a:pt x="15897924" y="0"/>
                  </a:lnTo>
                  <a:lnTo>
                    <a:pt x="15891155" y="1371"/>
                  </a:lnTo>
                  <a:lnTo>
                    <a:pt x="15889199" y="1765"/>
                  </a:lnTo>
                  <a:lnTo>
                    <a:pt x="15882074" y="6565"/>
                  </a:lnTo>
                  <a:lnTo>
                    <a:pt x="15877261" y="13703"/>
                  </a:lnTo>
                  <a:lnTo>
                    <a:pt x="15875496" y="22415"/>
                  </a:lnTo>
                  <a:lnTo>
                    <a:pt x="15876677" y="29591"/>
                  </a:lnTo>
                  <a:lnTo>
                    <a:pt x="15879928" y="35801"/>
                  </a:lnTo>
                  <a:lnTo>
                    <a:pt x="15884881" y="40652"/>
                  </a:lnTo>
                  <a:lnTo>
                    <a:pt x="15891155" y="43776"/>
                  </a:lnTo>
                  <a:lnTo>
                    <a:pt x="15891155" y="1116761"/>
                  </a:lnTo>
                  <a:lnTo>
                    <a:pt x="15770695" y="1237221"/>
                  </a:lnTo>
                  <a:lnTo>
                    <a:pt x="15757170" y="1250746"/>
                  </a:lnTo>
                  <a:lnTo>
                    <a:pt x="15757170" y="2219909"/>
                  </a:lnTo>
                  <a:lnTo>
                    <a:pt x="15965627" y="2340279"/>
                  </a:lnTo>
                  <a:lnTo>
                    <a:pt x="15965627" y="3077133"/>
                  </a:lnTo>
                  <a:lnTo>
                    <a:pt x="15959354" y="3080270"/>
                  </a:lnTo>
                  <a:lnTo>
                    <a:pt x="15954401" y="3085147"/>
                  </a:lnTo>
                  <a:lnTo>
                    <a:pt x="15951137" y="3091357"/>
                  </a:lnTo>
                  <a:lnTo>
                    <a:pt x="15949968" y="3098495"/>
                  </a:lnTo>
                  <a:lnTo>
                    <a:pt x="15951734" y="3107207"/>
                  </a:lnTo>
                  <a:lnTo>
                    <a:pt x="15956547" y="3114344"/>
                  </a:lnTo>
                  <a:lnTo>
                    <a:pt x="15963672" y="3119145"/>
                  </a:lnTo>
                  <a:lnTo>
                    <a:pt x="15972384" y="3120910"/>
                  </a:lnTo>
                  <a:lnTo>
                    <a:pt x="15981109" y="3119145"/>
                  </a:lnTo>
                  <a:lnTo>
                    <a:pt x="15988233" y="3114344"/>
                  </a:lnTo>
                  <a:lnTo>
                    <a:pt x="15993047" y="3107207"/>
                  </a:lnTo>
                  <a:lnTo>
                    <a:pt x="15994812" y="3098495"/>
                  </a:lnTo>
                  <a:lnTo>
                    <a:pt x="15993644" y="3091319"/>
                  </a:lnTo>
                  <a:lnTo>
                    <a:pt x="15990380" y="3085109"/>
                  </a:lnTo>
                  <a:lnTo>
                    <a:pt x="15985427" y="3080258"/>
                  </a:lnTo>
                  <a:lnTo>
                    <a:pt x="15979242" y="3077184"/>
                  </a:lnTo>
                  <a:lnTo>
                    <a:pt x="15979242" y="2348166"/>
                  </a:lnTo>
                  <a:lnTo>
                    <a:pt x="16010116" y="2365997"/>
                  </a:lnTo>
                  <a:lnTo>
                    <a:pt x="16010116" y="3046438"/>
                  </a:lnTo>
                  <a:lnTo>
                    <a:pt x="16023819" y="3046438"/>
                  </a:lnTo>
                  <a:lnTo>
                    <a:pt x="16023819" y="2358161"/>
                  </a:lnTo>
                  <a:lnTo>
                    <a:pt x="15979242" y="2332418"/>
                  </a:lnTo>
                  <a:lnTo>
                    <a:pt x="15979242" y="2018703"/>
                  </a:lnTo>
                  <a:lnTo>
                    <a:pt x="16132988" y="2107501"/>
                  </a:lnTo>
                  <a:lnTo>
                    <a:pt x="16132988" y="3203613"/>
                  </a:lnTo>
                  <a:lnTo>
                    <a:pt x="16126613" y="3206788"/>
                  </a:lnTo>
                  <a:lnTo>
                    <a:pt x="16121660" y="3211665"/>
                  </a:lnTo>
                  <a:lnTo>
                    <a:pt x="16118408" y="3217862"/>
                  </a:lnTo>
                  <a:lnTo>
                    <a:pt x="16117240" y="3225012"/>
                  </a:lnTo>
                  <a:lnTo>
                    <a:pt x="16118993" y="3233724"/>
                  </a:lnTo>
                  <a:lnTo>
                    <a:pt x="16123806" y="3240849"/>
                  </a:lnTo>
                  <a:lnTo>
                    <a:pt x="16130931" y="3245662"/>
                  </a:lnTo>
                  <a:lnTo>
                    <a:pt x="16139656" y="3247428"/>
                  </a:lnTo>
                  <a:lnTo>
                    <a:pt x="16148380" y="3245662"/>
                  </a:lnTo>
                  <a:lnTo>
                    <a:pt x="16155505" y="3240849"/>
                  </a:lnTo>
                  <a:lnTo>
                    <a:pt x="16160306" y="3233724"/>
                  </a:lnTo>
                  <a:lnTo>
                    <a:pt x="16162071" y="3225012"/>
                  </a:lnTo>
                  <a:lnTo>
                    <a:pt x="16160903" y="3217824"/>
                  </a:lnTo>
                  <a:lnTo>
                    <a:pt x="16157651" y="3211626"/>
                  </a:lnTo>
                  <a:lnTo>
                    <a:pt x="16152686" y="3206775"/>
                  </a:lnTo>
                  <a:lnTo>
                    <a:pt x="16146412" y="3203651"/>
                  </a:lnTo>
                  <a:lnTo>
                    <a:pt x="16146412" y="2115274"/>
                  </a:lnTo>
                  <a:lnTo>
                    <a:pt x="16181210" y="2135378"/>
                  </a:lnTo>
                  <a:lnTo>
                    <a:pt x="16181210" y="3085503"/>
                  </a:lnTo>
                  <a:lnTo>
                    <a:pt x="16194812" y="3085503"/>
                  </a:lnTo>
                  <a:lnTo>
                    <a:pt x="16194812" y="2127554"/>
                  </a:lnTo>
                  <a:lnTo>
                    <a:pt x="16146412" y="2099665"/>
                  </a:lnTo>
                  <a:lnTo>
                    <a:pt x="16146412" y="1316494"/>
                  </a:lnTo>
                  <a:lnTo>
                    <a:pt x="16209848" y="1253058"/>
                  </a:lnTo>
                  <a:lnTo>
                    <a:pt x="16209848" y="73761"/>
                  </a:lnTo>
                  <a:lnTo>
                    <a:pt x="16216122" y="70624"/>
                  </a:lnTo>
                  <a:lnTo>
                    <a:pt x="16221088" y="65747"/>
                  </a:lnTo>
                  <a:lnTo>
                    <a:pt x="16224339" y="59537"/>
                  </a:lnTo>
                  <a:lnTo>
                    <a:pt x="16225508" y="52400"/>
                  </a:lnTo>
                  <a:close/>
                </a:path>
              </a:pathLst>
            </a:custGeom>
            <a:solidFill>
              <a:srgbClr val="37B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8865" y="1032382"/>
              <a:ext cx="16230600" cy="8226425"/>
            </a:xfrm>
            <a:custGeom>
              <a:avLst/>
              <a:gdLst/>
              <a:ahLst/>
              <a:cxnLst/>
              <a:rect l="l" t="t" r="r" b="b"/>
              <a:pathLst>
                <a:path w="16230600" h="8226425">
                  <a:moveTo>
                    <a:pt x="262788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0" y="200660"/>
                  </a:lnTo>
                  <a:lnTo>
                    <a:pt x="80518" y="200660"/>
                  </a:lnTo>
                  <a:lnTo>
                    <a:pt x="80518" y="90170"/>
                  </a:lnTo>
                  <a:lnTo>
                    <a:pt x="262788" y="90170"/>
                  </a:lnTo>
                  <a:lnTo>
                    <a:pt x="262788" y="0"/>
                  </a:lnTo>
                  <a:close/>
                </a:path>
                <a:path w="16230600" h="8226425">
                  <a:moveTo>
                    <a:pt x="1333322" y="8156537"/>
                  </a:moveTo>
                  <a:lnTo>
                    <a:pt x="984669" y="8156537"/>
                  </a:lnTo>
                  <a:lnTo>
                    <a:pt x="984669" y="7779131"/>
                  </a:lnTo>
                  <a:lnTo>
                    <a:pt x="607263" y="7779131"/>
                  </a:lnTo>
                  <a:lnTo>
                    <a:pt x="607263" y="7401458"/>
                  </a:lnTo>
                  <a:lnTo>
                    <a:pt x="229590" y="7401458"/>
                  </a:lnTo>
                  <a:lnTo>
                    <a:pt x="229590" y="7149503"/>
                  </a:lnTo>
                  <a:lnTo>
                    <a:pt x="372681" y="7303567"/>
                  </a:lnTo>
                  <a:lnTo>
                    <a:pt x="409333" y="7269327"/>
                  </a:lnTo>
                  <a:lnTo>
                    <a:pt x="297802" y="7149503"/>
                  </a:lnTo>
                  <a:lnTo>
                    <a:pt x="204444" y="7049198"/>
                  </a:lnTo>
                  <a:lnTo>
                    <a:pt x="3695" y="7264908"/>
                  </a:lnTo>
                  <a:lnTo>
                    <a:pt x="3695" y="7272680"/>
                  </a:lnTo>
                  <a:lnTo>
                    <a:pt x="36474" y="7303300"/>
                  </a:lnTo>
                  <a:lnTo>
                    <a:pt x="179565" y="7149503"/>
                  </a:lnTo>
                  <a:lnTo>
                    <a:pt x="179565" y="7451484"/>
                  </a:lnTo>
                  <a:lnTo>
                    <a:pt x="556971" y="7451484"/>
                  </a:lnTo>
                  <a:lnTo>
                    <a:pt x="556971" y="7829156"/>
                  </a:lnTo>
                  <a:lnTo>
                    <a:pt x="934377" y="7829156"/>
                  </a:lnTo>
                  <a:lnTo>
                    <a:pt x="934377" y="8206600"/>
                  </a:lnTo>
                  <a:lnTo>
                    <a:pt x="1333322" y="8206600"/>
                  </a:lnTo>
                  <a:lnTo>
                    <a:pt x="1333322" y="8156537"/>
                  </a:lnTo>
                  <a:close/>
                </a:path>
                <a:path w="16230600" h="8226425">
                  <a:moveTo>
                    <a:pt x="16230118" y="0"/>
                  </a:moveTo>
                  <a:lnTo>
                    <a:pt x="15967329" y="0"/>
                  </a:lnTo>
                  <a:lnTo>
                    <a:pt x="15967329" y="90170"/>
                  </a:lnTo>
                  <a:lnTo>
                    <a:pt x="16149600" y="90170"/>
                  </a:lnTo>
                  <a:lnTo>
                    <a:pt x="16149600" y="200660"/>
                  </a:lnTo>
                  <a:lnTo>
                    <a:pt x="16230118" y="200660"/>
                  </a:lnTo>
                  <a:lnTo>
                    <a:pt x="16230118" y="90170"/>
                  </a:lnTo>
                  <a:lnTo>
                    <a:pt x="16230118" y="0"/>
                  </a:lnTo>
                  <a:close/>
                </a:path>
                <a:path w="16230600" h="8226425">
                  <a:moveTo>
                    <a:pt x="16230410" y="7288377"/>
                  </a:moveTo>
                  <a:lnTo>
                    <a:pt x="16025800" y="7068515"/>
                  </a:lnTo>
                  <a:lnTo>
                    <a:pt x="15820911" y="7288644"/>
                  </a:lnTo>
                  <a:lnTo>
                    <a:pt x="15857550" y="7322883"/>
                  </a:lnTo>
                  <a:lnTo>
                    <a:pt x="16000654" y="7168820"/>
                  </a:lnTo>
                  <a:lnTo>
                    <a:pt x="16000654" y="7420775"/>
                  </a:lnTo>
                  <a:lnTo>
                    <a:pt x="15622981" y="7420775"/>
                  </a:lnTo>
                  <a:lnTo>
                    <a:pt x="15622981" y="7798460"/>
                  </a:lnTo>
                  <a:lnTo>
                    <a:pt x="15245576" y="7798460"/>
                  </a:lnTo>
                  <a:lnTo>
                    <a:pt x="15245576" y="8175853"/>
                  </a:lnTo>
                  <a:lnTo>
                    <a:pt x="14896910" y="8175853"/>
                  </a:lnTo>
                  <a:lnTo>
                    <a:pt x="14896910" y="8225879"/>
                  </a:lnTo>
                  <a:lnTo>
                    <a:pt x="15295855" y="8225917"/>
                  </a:lnTo>
                  <a:lnTo>
                    <a:pt x="15295855" y="7848473"/>
                  </a:lnTo>
                  <a:lnTo>
                    <a:pt x="15673261" y="7848473"/>
                  </a:lnTo>
                  <a:lnTo>
                    <a:pt x="15673261" y="7470800"/>
                  </a:lnTo>
                  <a:lnTo>
                    <a:pt x="16050667" y="7470800"/>
                  </a:lnTo>
                  <a:lnTo>
                    <a:pt x="16050667" y="7168820"/>
                  </a:lnTo>
                  <a:lnTo>
                    <a:pt x="16193770" y="7322617"/>
                  </a:lnTo>
                  <a:lnTo>
                    <a:pt x="16230410" y="72883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0" y="0"/>
              <a:ext cx="14697455" cy="94945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</TotalTime>
  <Words>690</Words>
  <Application>Microsoft Office PowerPoint</Application>
  <PresentationFormat>Personalizado</PresentationFormat>
  <Paragraphs>83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Arial</vt:lpstr>
      <vt:lpstr>Arial MT</vt:lpstr>
      <vt:lpstr>Calibri</vt:lpstr>
      <vt:lpstr>Symbol</vt:lpstr>
      <vt:lpstr>Tahoma</vt:lpstr>
      <vt:lpstr>Wingdings</vt:lpstr>
      <vt:lpstr>Office Theme</vt:lpstr>
      <vt:lpstr>INTEGRANTES:  MARBIN RONALDO MENESES    BRAYAN BAMBAGUE GALLARD YORDI VELASCO JHONATHAN </vt:lpstr>
      <vt:lpstr>Presentación de PowerPoint</vt:lpstr>
      <vt:lpstr>Presentación de PowerPoint</vt:lpstr>
      <vt:lpstr>Descripción del avance</vt:lpstr>
      <vt:lpstr>Presentación de PowerPoint</vt:lpstr>
      <vt:lpstr>Presentación de PowerPoint</vt:lpstr>
      <vt:lpstr>El sistema implementa una arquitectura de microservicios donde cada componente funciona de manera independiente dentro de un contenedor Docker.</vt:lpstr>
      <vt:lpstr>Ejecución de los servicios y sus principales funciones</vt:lpstr>
      <vt:lpstr>Ejecución de los servicios y sus principales funciones</vt:lpstr>
      <vt:lpstr>Prototipo Técnico en ejecución</vt:lpstr>
      <vt:lpstr>Endpoints Principales y Seguridad</vt:lpstr>
      <vt:lpstr>Pruebas de endpoints</vt:lpstr>
      <vt:lpstr>Presentación de PowerPoint</vt:lpstr>
      <vt:lpstr>Datos almacenados en base de datos usuarios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Black Modern Technology Presentation</dc:title>
  <dc:creator>Yordin sttuart Velasco capote</dc:creator>
  <cp:keywords>DAHIAOJvYRk,BAG2ixm8nZg,0</cp:keywords>
  <cp:lastModifiedBy>ronald meneses cordoba</cp:lastModifiedBy>
  <cp:revision>10</cp:revision>
  <dcterms:created xsi:type="dcterms:W3CDTF">2026-04-27T16:07:01Z</dcterms:created>
  <dcterms:modified xsi:type="dcterms:W3CDTF">2026-05-26T02:12:06Z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2026-04-27T00:00:00Z</vt:filetime>
  </property>
  <property fmtid="{D5CDD505-2E9C-101B-9397-08002B2CF9AE}" pid="4" name="Creator">
    <vt:lpwstr>Canva</vt:lpwstr>
  </property>
  <property fmtid="{D5CDD505-2E9C-101B-9397-08002B2CF9AE}" pid="5" name="LastSaved">
    <vt:filetime>2026-04-27T00:00:00Z</vt:filetime>
  </property>
  <property fmtid="{D5CDD505-2E9C-101B-9397-08002B2CF9AE}" pid="6" name="Producer">
    <vt:lpwstr>Canva</vt:lpwstr>
  </property>
</Properties>
</file>